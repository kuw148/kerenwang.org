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Oswald"/>
      <p:regular r:id="rId22"/>
      <p:bold r:id="rId23"/>
    </p:embeddedFont>
    <p:embeddedFont>
      <p:font typeface="Average" panose="020B0604020202020204" charset="0"/>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44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575635132"/>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Shape 1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8" name="Shape 15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307455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041906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2" name="Shape 17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70244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8" name="Shape 17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8743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Shape 1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5" name="Shape 18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4019522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Shape 1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2" name="Shape 19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19769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0" name="Shape 20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20775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Shape 2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7" name="Shape 20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473775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Shape 2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3" name="Shape 21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512418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Shape 2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0" name="Shape 22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680718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Shape 2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6" name="Shape 22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418640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4" name="Shape 23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907413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Shape 2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2" name="Shape 24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071095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Shape 2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0" name="Shape 25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409123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7" name="Shape 25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529825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3" name="Shape 26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053472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Shape 2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9" name="Shape 26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047059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Shape 27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5" name="Shape 27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713267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Shape 2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2" name="Shape 2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268027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grpSp>
        <p:nvGrpSpPr>
          <p:cNvPr id="10" name="Shape 10"/>
          <p:cNvGrpSpPr/>
          <p:nvPr/>
        </p:nvGrpSpPr>
        <p:grpSpPr>
          <a:xfrm>
            <a:off x="4350278" y="2855377"/>
            <a:ext cx="443588" cy="105632"/>
            <a:chOff x="4137525" y="2915950"/>
            <a:chExt cx="869100" cy="207000"/>
          </a:xfrm>
        </p:grpSpPr>
        <p:sp>
          <p:nvSpPr>
            <p:cNvPr id="11" name="Shape 11"/>
            <p:cNvSpPr/>
            <p:nvPr/>
          </p:nvSpPr>
          <p:spPr>
            <a:xfrm>
              <a:off x="4468575" y="2915950"/>
              <a:ext cx="207000" cy="207000"/>
            </a:xfrm>
            <a:prstGeom prst="ellipse">
              <a:avLst/>
            </a:prstGeom>
            <a:solidFill>
              <a:schemeClr val="dk1"/>
            </a:solidFill>
            <a:ln>
              <a:noFill/>
            </a:ln>
          </p:spPr>
          <p:txBody>
            <a:bodyPr lIns="91425" tIns="91425" rIns="91425" bIns="91425" anchor="ctr" anchorCtr="0">
              <a:noAutofit/>
            </a:bodyPr>
            <a:lstStyle/>
            <a:p>
              <a:pPr lvl="0">
                <a:spcBef>
                  <a:spcPts val="0"/>
                </a:spcBef>
                <a:buNone/>
              </a:pPr>
              <a:endParaRPr/>
            </a:p>
          </p:txBody>
        </p:sp>
        <p:sp>
          <p:nvSpPr>
            <p:cNvPr id="12" name="Shape 12"/>
            <p:cNvSpPr/>
            <p:nvPr/>
          </p:nvSpPr>
          <p:spPr>
            <a:xfrm>
              <a:off x="4799625" y="2915950"/>
              <a:ext cx="207000" cy="207000"/>
            </a:xfrm>
            <a:prstGeom prst="ellipse">
              <a:avLst/>
            </a:prstGeom>
            <a:solidFill>
              <a:schemeClr val="dk1"/>
            </a:solidFill>
            <a:ln>
              <a:noFill/>
            </a:ln>
          </p:spPr>
          <p:txBody>
            <a:bodyPr lIns="91425" tIns="91425" rIns="91425" bIns="91425" anchor="ctr" anchorCtr="0">
              <a:noAutofit/>
            </a:bodyPr>
            <a:lstStyle/>
            <a:p>
              <a:pPr lvl="0">
                <a:spcBef>
                  <a:spcPts val="0"/>
                </a:spcBef>
                <a:buNone/>
              </a:pPr>
              <a:endParaRPr/>
            </a:p>
          </p:txBody>
        </p:sp>
        <p:sp>
          <p:nvSpPr>
            <p:cNvPr id="13" name="Shape 13"/>
            <p:cNvSpPr/>
            <p:nvPr/>
          </p:nvSpPr>
          <p:spPr>
            <a:xfrm>
              <a:off x="4137525" y="2915950"/>
              <a:ext cx="207000" cy="207000"/>
            </a:xfrm>
            <a:prstGeom prst="ellipse">
              <a:avLst/>
            </a:prstGeom>
            <a:solidFill>
              <a:schemeClr val="dk1"/>
            </a:solidFill>
            <a:ln>
              <a:noFill/>
            </a:ln>
          </p:spPr>
          <p:txBody>
            <a:bodyPr lIns="91425" tIns="91425" rIns="91425" bIns="91425" anchor="ctr" anchorCtr="0">
              <a:noAutofit/>
            </a:bodyPr>
            <a:lstStyle/>
            <a:p>
              <a:pPr lvl="0">
                <a:spcBef>
                  <a:spcPts val="0"/>
                </a:spcBef>
                <a:buNone/>
              </a:pPr>
              <a:endParaRPr/>
            </a:p>
          </p:txBody>
        </p:sp>
      </p:grpSp>
      <p:sp>
        <p:nvSpPr>
          <p:cNvPr id="14" name="Shape 14"/>
          <p:cNvSpPr txBox="1">
            <a:spLocks noGrp="1"/>
          </p:cNvSpPr>
          <p:nvPr>
            <p:ph type="ctrTitle"/>
          </p:nvPr>
        </p:nvSpPr>
        <p:spPr>
          <a:xfrm>
            <a:off x="671257" y="990800"/>
            <a:ext cx="7801500" cy="1730100"/>
          </a:xfrm>
          <a:prstGeom prst="rect">
            <a:avLst/>
          </a:prstGeom>
        </p:spPr>
        <p:txBody>
          <a:bodyPr lIns="91425" tIns="91425" rIns="91425" bIns="91425" anchor="b"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sp>
        <p:nvSpPr>
          <p:cNvPr id="15" name="Shape 15"/>
          <p:cNvSpPr txBox="1">
            <a:spLocks noGrp="1"/>
          </p:cNvSpPr>
          <p:nvPr>
            <p:ph type="subTitle" idx="1"/>
          </p:nvPr>
        </p:nvSpPr>
        <p:spPr>
          <a:xfrm>
            <a:off x="671250" y="3174875"/>
            <a:ext cx="7801500" cy="7926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16" name="Shape 16"/>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71250" y="2141250"/>
            <a:ext cx="7852200" cy="8610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9" name="Shape 19"/>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52475"/>
            <a:ext cx="8520600" cy="34164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3" name="Shape 23"/>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3117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7" name="Shape 27"/>
          <p:cNvSpPr txBox="1">
            <a:spLocks noGrp="1"/>
          </p:cNvSpPr>
          <p:nvPr>
            <p:ph type="body" idx="2"/>
          </p:nvPr>
        </p:nvSpPr>
        <p:spPr>
          <a:xfrm>
            <a:off x="48324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8" name="Shape 28"/>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1" name="Shape 31"/>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4" name="Shape 34"/>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5" name="Shape 35"/>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490250" y="526350"/>
            <a:ext cx="6227100" cy="4090800"/>
          </a:xfrm>
          <a:prstGeom prst="rect">
            <a:avLst/>
          </a:prstGeom>
        </p:spPr>
        <p:txBody>
          <a:bodyPr lIns="91425" tIns="91425" rIns="91425" bIns="91425" anchor="ctr" anchorCtr="0"/>
          <a:lstStyle>
            <a:lvl1pPr lvl="0">
              <a:spcBef>
                <a:spcPts val="0"/>
              </a:spcBef>
              <a:buClr>
                <a:schemeClr val="lt1"/>
              </a:buClr>
              <a:buSzPct val="100000"/>
              <a:defRPr sz="4800">
                <a:solidFill>
                  <a:schemeClr val="lt1"/>
                </a:solidFill>
              </a:defRPr>
            </a:lvl1pPr>
            <a:lvl2pPr lvl="1">
              <a:spcBef>
                <a:spcPts val="0"/>
              </a:spcBef>
              <a:buClr>
                <a:schemeClr val="lt1"/>
              </a:buClr>
              <a:buSzPct val="100000"/>
              <a:defRPr sz="4800">
                <a:solidFill>
                  <a:schemeClr val="lt1"/>
                </a:solidFill>
              </a:defRPr>
            </a:lvl2pPr>
            <a:lvl3pPr lvl="2">
              <a:spcBef>
                <a:spcPts val="0"/>
              </a:spcBef>
              <a:buClr>
                <a:schemeClr val="lt1"/>
              </a:buClr>
              <a:buSzPct val="100000"/>
              <a:defRPr sz="4800">
                <a:solidFill>
                  <a:schemeClr val="lt1"/>
                </a:solidFill>
              </a:defRPr>
            </a:lvl3pPr>
            <a:lvl4pPr lvl="3">
              <a:spcBef>
                <a:spcPts val="0"/>
              </a:spcBef>
              <a:buClr>
                <a:schemeClr val="lt1"/>
              </a:buClr>
              <a:buSzPct val="100000"/>
              <a:defRPr sz="4800">
                <a:solidFill>
                  <a:schemeClr val="lt1"/>
                </a:solidFill>
              </a:defRPr>
            </a:lvl4pPr>
            <a:lvl5pPr lvl="4">
              <a:spcBef>
                <a:spcPts val="0"/>
              </a:spcBef>
              <a:buClr>
                <a:schemeClr val="lt1"/>
              </a:buClr>
              <a:buSzPct val="100000"/>
              <a:defRPr sz="4800">
                <a:solidFill>
                  <a:schemeClr val="lt1"/>
                </a:solidFill>
              </a:defRPr>
            </a:lvl5pPr>
            <a:lvl6pPr lvl="5">
              <a:spcBef>
                <a:spcPts val="0"/>
              </a:spcBef>
              <a:buClr>
                <a:schemeClr val="lt1"/>
              </a:buClr>
              <a:buSzPct val="100000"/>
              <a:defRPr sz="4800">
                <a:solidFill>
                  <a:schemeClr val="lt1"/>
                </a:solidFill>
              </a:defRPr>
            </a:lvl6pPr>
            <a:lvl7pPr lvl="6">
              <a:spcBef>
                <a:spcPts val="0"/>
              </a:spcBef>
              <a:buClr>
                <a:schemeClr val="lt1"/>
              </a:buClr>
              <a:buSzPct val="100000"/>
              <a:defRPr sz="4800">
                <a:solidFill>
                  <a:schemeClr val="lt1"/>
                </a:solidFill>
              </a:defRPr>
            </a:lvl7pPr>
            <a:lvl8pPr lvl="7">
              <a:spcBef>
                <a:spcPts val="0"/>
              </a:spcBef>
              <a:buClr>
                <a:schemeClr val="lt1"/>
              </a:buClr>
              <a:buSzPct val="100000"/>
              <a:defRPr sz="4800">
                <a:solidFill>
                  <a:schemeClr val="lt1"/>
                </a:solidFill>
              </a:defRPr>
            </a:lvl8pPr>
            <a:lvl9pPr lvl="8">
              <a:spcBef>
                <a:spcPts val="0"/>
              </a:spcBef>
              <a:buClr>
                <a:schemeClr val="lt1"/>
              </a:buClr>
              <a:buSzPct val="100000"/>
              <a:defRPr sz="4800">
                <a:solidFill>
                  <a:schemeClr val="lt1"/>
                </a:solidFill>
              </a:defRPr>
            </a:lvl9pPr>
          </a:lstStyle>
          <a:p>
            <a:endParaRPr/>
          </a:p>
        </p:txBody>
      </p:sp>
      <p:sp>
        <p:nvSpPr>
          <p:cNvPr id="38" name="Shape 38"/>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9"/>
        <p:cNvGrpSpPr/>
        <p:nvPr/>
      </p:nvGrpSpPr>
      <p:grpSpPr>
        <a:xfrm>
          <a:off x="0" y="0"/>
          <a:ext cx="0" cy="0"/>
          <a:chOff x="0" y="0"/>
          <a:chExt cx="0" cy="0"/>
        </a:xfrm>
      </p:grpSpPr>
      <p:sp>
        <p:nvSpPr>
          <p:cNvPr id="40" name="Shape 40"/>
          <p:cNvSpPr/>
          <p:nvPr/>
        </p:nvSpPr>
        <p:spPr>
          <a:xfrm>
            <a:off x="4572000" y="0"/>
            <a:ext cx="4572000" cy="5143500"/>
          </a:xfrm>
          <a:prstGeom prst="rect">
            <a:avLst/>
          </a:prstGeom>
          <a:solidFill>
            <a:schemeClr val="dk1"/>
          </a:solidFill>
          <a:ln>
            <a:noFill/>
          </a:ln>
        </p:spPr>
        <p:txBody>
          <a:bodyPr lIns="91425" tIns="91425" rIns="91425" bIns="91425" anchor="ctr" anchorCtr="0">
            <a:noAutofit/>
          </a:bodyPr>
          <a:lstStyle/>
          <a:p>
            <a:pPr lvl="0">
              <a:spcBef>
                <a:spcPts val="0"/>
              </a:spcBef>
              <a:buNone/>
            </a:pPr>
            <a:endParaRPr/>
          </a:p>
        </p:txBody>
      </p:sp>
      <p:cxnSp>
        <p:nvCxnSpPr>
          <p:cNvPr id="41" name="Shape 41"/>
          <p:cNvCxnSpPr/>
          <p:nvPr/>
        </p:nvCxnSpPr>
        <p:spPr>
          <a:xfrm>
            <a:off x="5029675" y="4495500"/>
            <a:ext cx="468300" cy="0"/>
          </a:xfrm>
          <a:prstGeom prst="straightConnector1">
            <a:avLst/>
          </a:prstGeom>
          <a:noFill/>
          <a:ln w="19050" cap="flat" cmpd="sng">
            <a:solidFill>
              <a:schemeClr val="lt1"/>
            </a:solidFill>
            <a:prstDash val="solid"/>
            <a:round/>
            <a:headEnd type="none" w="med" len="med"/>
            <a:tailEnd type="none" w="med" len="med"/>
          </a:ln>
        </p:spPr>
      </p:cxnSp>
      <p:sp>
        <p:nvSpPr>
          <p:cNvPr id="42" name="Shape 42"/>
          <p:cNvSpPr txBox="1">
            <a:spLocks noGrp="1"/>
          </p:cNvSpPr>
          <p:nvPr>
            <p:ph type="title"/>
          </p:nvPr>
        </p:nvSpPr>
        <p:spPr>
          <a:xfrm>
            <a:off x="265500" y="1081400"/>
            <a:ext cx="4045200" cy="17103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43" name="Shape 43"/>
          <p:cNvSpPr txBox="1">
            <a:spLocks noGrp="1"/>
          </p:cNvSpPr>
          <p:nvPr>
            <p:ph type="subTitle" idx="1"/>
          </p:nvPr>
        </p:nvSpPr>
        <p:spPr>
          <a:xfrm>
            <a:off x="265500" y="2845200"/>
            <a:ext cx="4045200" cy="1345500"/>
          </a:xfrm>
          <a:prstGeom prst="rect">
            <a:avLst/>
          </a:prstGeom>
        </p:spPr>
        <p:txBody>
          <a:bodyPr lIns="91425" tIns="91425" rIns="91425" bIns="91425" anchor="t" anchorCtr="0"/>
          <a:lstStyle>
            <a:lvl1pPr lvl="0" algn="ctr">
              <a:lnSpc>
                <a:spcPct val="100000"/>
              </a:lnSpc>
              <a:spcBef>
                <a:spcPts val="0"/>
              </a:spcBef>
              <a:spcAft>
                <a:spcPts val="0"/>
              </a:spcAft>
              <a:buClr>
                <a:schemeClr val="dk1"/>
              </a:buClr>
              <a:buSzPct val="100000"/>
              <a:buNone/>
              <a:defRPr sz="2100">
                <a:solidFill>
                  <a:schemeClr val="dk1"/>
                </a:solidFill>
              </a:defRPr>
            </a:lvl1pPr>
            <a:lvl2pPr lvl="1" algn="ctr">
              <a:lnSpc>
                <a:spcPct val="100000"/>
              </a:lnSpc>
              <a:spcBef>
                <a:spcPts val="0"/>
              </a:spcBef>
              <a:spcAft>
                <a:spcPts val="0"/>
              </a:spcAft>
              <a:buClr>
                <a:schemeClr val="dk1"/>
              </a:buClr>
              <a:buSzPct val="100000"/>
              <a:buNone/>
              <a:defRPr sz="2100">
                <a:solidFill>
                  <a:schemeClr val="dk1"/>
                </a:solidFill>
              </a:defRPr>
            </a:lvl2pPr>
            <a:lvl3pPr lvl="2" algn="ctr">
              <a:lnSpc>
                <a:spcPct val="100000"/>
              </a:lnSpc>
              <a:spcBef>
                <a:spcPts val="0"/>
              </a:spcBef>
              <a:spcAft>
                <a:spcPts val="0"/>
              </a:spcAft>
              <a:buClr>
                <a:schemeClr val="dk1"/>
              </a:buClr>
              <a:buSzPct val="100000"/>
              <a:buNone/>
              <a:defRPr sz="2100">
                <a:solidFill>
                  <a:schemeClr val="dk1"/>
                </a:solidFill>
              </a:defRPr>
            </a:lvl3pPr>
            <a:lvl4pPr lvl="3" algn="ctr">
              <a:lnSpc>
                <a:spcPct val="100000"/>
              </a:lnSpc>
              <a:spcBef>
                <a:spcPts val="0"/>
              </a:spcBef>
              <a:spcAft>
                <a:spcPts val="0"/>
              </a:spcAft>
              <a:buClr>
                <a:schemeClr val="dk1"/>
              </a:buClr>
              <a:buSzPct val="100000"/>
              <a:buNone/>
              <a:defRPr sz="2100">
                <a:solidFill>
                  <a:schemeClr val="dk1"/>
                </a:solidFill>
              </a:defRPr>
            </a:lvl4pPr>
            <a:lvl5pPr lvl="4" algn="ctr">
              <a:lnSpc>
                <a:spcPct val="100000"/>
              </a:lnSpc>
              <a:spcBef>
                <a:spcPts val="0"/>
              </a:spcBef>
              <a:spcAft>
                <a:spcPts val="0"/>
              </a:spcAft>
              <a:buClr>
                <a:schemeClr val="dk1"/>
              </a:buClr>
              <a:buSzPct val="100000"/>
              <a:buNone/>
              <a:defRPr sz="2100">
                <a:solidFill>
                  <a:schemeClr val="dk1"/>
                </a:solidFill>
              </a:defRPr>
            </a:lvl5pPr>
            <a:lvl6pPr lvl="5" algn="ctr">
              <a:lnSpc>
                <a:spcPct val="100000"/>
              </a:lnSpc>
              <a:spcBef>
                <a:spcPts val="0"/>
              </a:spcBef>
              <a:spcAft>
                <a:spcPts val="0"/>
              </a:spcAft>
              <a:buClr>
                <a:schemeClr val="dk1"/>
              </a:buClr>
              <a:buSzPct val="100000"/>
              <a:buNone/>
              <a:defRPr sz="2100">
                <a:solidFill>
                  <a:schemeClr val="dk1"/>
                </a:solidFill>
              </a:defRPr>
            </a:lvl6pPr>
            <a:lvl7pPr lvl="6" algn="ctr">
              <a:lnSpc>
                <a:spcPct val="100000"/>
              </a:lnSpc>
              <a:spcBef>
                <a:spcPts val="0"/>
              </a:spcBef>
              <a:spcAft>
                <a:spcPts val="0"/>
              </a:spcAft>
              <a:buClr>
                <a:schemeClr val="dk1"/>
              </a:buClr>
              <a:buSzPct val="100000"/>
              <a:buNone/>
              <a:defRPr sz="2100">
                <a:solidFill>
                  <a:schemeClr val="dk1"/>
                </a:solidFill>
              </a:defRPr>
            </a:lvl7pPr>
            <a:lvl8pPr lvl="7" algn="ctr">
              <a:lnSpc>
                <a:spcPct val="100000"/>
              </a:lnSpc>
              <a:spcBef>
                <a:spcPts val="0"/>
              </a:spcBef>
              <a:spcAft>
                <a:spcPts val="0"/>
              </a:spcAft>
              <a:buClr>
                <a:schemeClr val="dk1"/>
              </a:buClr>
              <a:buSzPct val="100000"/>
              <a:buNone/>
              <a:defRPr sz="2100">
                <a:solidFill>
                  <a:schemeClr val="dk1"/>
                </a:solidFill>
              </a:defRPr>
            </a:lvl8pPr>
            <a:lvl9pPr lvl="8" algn="ctr">
              <a:lnSpc>
                <a:spcPct val="100000"/>
              </a:lnSpc>
              <a:spcBef>
                <a:spcPts val="0"/>
              </a:spcBef>
              <a:spcAft>
                <a:spcPts val="0"/>
              </a:spcAft>
              <a:buClr>
                <a:schemeClr val="dk1"/>
              </a:buClr>
              <a:buSzPct val="100000"/>
              <a:buNone/>
              <a:defRPr sz="2100">
                <a:solidFill>
                  <a:schemeClr val="dk1"/>
                </a:solidFill>
              </a:defRPr>
            </a:lvl9pPr>
          </a:lstStyle>
          <a:p>
            <a:endParaRPr/>
          </a:p>
        </p:txBody>
      </p:sp>
      <p:sp>
        <p:nvSpPr>
          <p:cNvPr id="44" name="Shape 44"/>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a:spcBef>
                <a:spcPts val="0"/>
              </a:spcBef>
              <a:buClr>
                <a:schemeClr val="lt1"/>
              </a:buClr>
              <a:defRPr>
                <a:solidFill>
                  <a:schemeClr val="lt1"/>
                </a:solidFill>
              </a:defRPr>
            </a:lvl1pPr>
            <a:lvl2pPr lvl="1">
              <a:spcBef>
                <a:spcPts val="0"/>
              </a:spcBef>
              <a:buClr>
                <a:schemeClr val="lt1"/>
              </a:buClr>
              <a:defRPr>
                <a:solidFill>
                  <a:schemeClr val="lt1"/>
                </a:solidFill>
              </a:defRPr>
            </a:lvl2pPr>
            <a:lvl3pPr lvl="2">
              <a:spcBef>
                <a:spcPts val="0"/>
              </a:spcBef>
              <a:buClr>
                <a:schemeClr val="lt1"/>
              </a:buClr>
              <a:defRPr>
                <a:solidFill>
                  <a:schemeClr val="lt1"/>
                </a:solidFill>
              </a:defRPr>
            </a:lvl3pPr>
            <a:lvl4pPr lvl="3">
              <a:spcBef>
                <a:spcPts val="0"/>
              </a:spcBef>
              <a:buClr>
                <a:schemeClr val="lt1"/>
              </a:buClr>
              <a:defRPr>
                <a:solidFill>
                  <a:schemeClr val="lt1"/>
                </a:solidFill>
              </a:defRPr>
            </a:lvl4pPr>
            <a:lvl5pPr lvl="4">
              <a:spcBef>
                <a:spcPts val="0"/>
              </a:spcBef>
              <a:buClr>
                <a:schemeClr val="lt1"/>
              </a:buClr>
              <a:defRPr>
                <a:solidFill>
                  <a:schemeClr val="lt1"/>
                </a:solidFill>
              </a:defRPr>
            </a:lvl5pPr>
            <a:lvl6pPr lvl="5">
              <a:spcBef>
                <a:spcPts val="0"/>
              </a:spcBef>
              <a:buClr>
                <a:schemeClr val="lt1"/>
              </a:buClr>
              <a:defRPr>
                <a:solidFill>
                  <a:schemeClr val="lt1"/>
                </a:solidFill>
              </a:defRPr>
            </a:lvl6pPr>
            <a:lvl7pPr lvl="6">
              <a:spcBef>
                <a:spcPts val="0"/>
              </a:spcBef>
              <a:buClr>
                <a:schemeClr val="lt1"/>
              </a:buClr>
              <a:defRPr>
                <a:solidFill>
                  <a:schemeClr val="lt1"/>
                </a:solidFill>
              </a:defRPr>
            </a:lvl7pPr>
            <a:lvl8pPr lvl="7">
              <a:spcBef>
                <a:spcPts val="0"/>
              </a:spcBef>
              <a:buClr>
                <a:schemeClr val="lt1"/>
              </a:buClr>
              <a:defRPr>
                <a:solidFill>
                  <a:schemeClr val="lt1"/>
                </a:solidFill>
              </a:defRPr>
            </a:lvl8pPr>
            <a:lvl9pPr lvl="8">
              <a:spcBef>
                <a:spcPts val="0"/>
              </a:spcBef>
              <a:buClr>
                <a:schemeClr val="lt1"/>
              </a:buClr>
              <a:defRPr>
                <a:solidFill>
                  <a:schemeClr val="lt1"/>
                </a:solidFill>
              </a:defRPr>
            </a:lvl9pPr>
          </a:lstStyle>
          <a:p>
            <a:endParaRPr/>
          </a:p>
        </p:txBody>
      </p:sp>
      <p:sp>
        <p:nvSpPr>
          <p:cNvPr id="45" name="Shape 45"/>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6"/>
        <p:cNvGrpSpPr/>
        <p:nvPr/>
      </p:nvGrpSpPr>
      <p:grpSpPr>
        <a:xfrm>
          <a:off x="0" y="0"/>
          <a:ext cx="0" cy="0"/>
          <a:chOff x="0" y="0"/>
          <a:chExt cx="0" cy="0"/>
        </a:xfrm>
      </p:grpSpPr>
      <p:sp>
        <p:nvSpPr>
          <p:cNvPr id="47" name="Shape 47"/>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Clr>
                <a:schemeClr val="dk1"/>
              </a:buClr>
              <a:buSzPct val="100000"/>
              <a:buFont typeface="Oswald"/>
              <a:buNone/>
              <a:defRPr sz="2100">
                <a:solidFill>
                  <a:schemeClr val="dk1"/>
                </a:solidFill>
                <a:latin typeface="Oswald"/>
                <a:ea typeface="Oswald"/>
                <a:cs typeface="Oswald"/>
                <a:sym typeface="Oswald"/>
              </a:defRPr>
            </a:lvl1pPr>
          </a:lstStyle>
          <a:p>
            <a:endParaRPr/>
          </a:p>
        </p:txBody>
      </p:sp>
      <p:sp>
        <p:nvSpPr>
          <p:cNvPr id="48" name="Shape 48"/>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9"/>
        <p:cNvGrpSpPr/>
        <p:nvPr/>
      </p:nvGrpSpPr>
      <p:grpSpPr>
        <a:xfrm>
          <a:off x="0" y="0"/>
          <a:ext cx="0" cy="0"/>
          <a:chOff x="0" y="0"/>
          <a:chExt cx="0" cy="0"/>
        </a:xfrm>
      </p:grpSpPr>
      <p:sp>
        <p:nvSpPr>
          <p:cNvPr id="50" name="Shape 50"/>
          <p:cNvSpPr txBox="1">
            <a:spLocks noGrp="1"/>
          </p:cNvSpPr>
          <p:nvPr>
            <p:ph type="title"/>
          </p:nvPr>
        </p:nvSpPr>
        <p:spPr>
          <a:xfrm>
            <a:off x="311700" y="1255275"/>
            <a:ext cx="8520600" cy="18906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51" name="Shape 51"/>
          <p:cNvSpPr txBox="1">
            <a:spLocks noGrp="1"/>
          </p:cNvSpPr>
          <p:nvPr>
            <p:ph type="body" idx="1"/>
          </p:nvPr>
        </p:nvSpPr>
        <p:spPr>
          <a:xfrm>
            <a:off x="311700" y="32284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52" name="Shape 52"/>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3"/>
        <p:cNvGrpSpPr/>
        <p:nvPr/>
      </p:nvGrpSpPr>
      <p:grpSpPr>
        <a:xfrm>
          <a:off x="0" y="0"/>
          <a:ext cx="0" cy="0"/>
          <a:chOff x="0" y="0"/>
          <a:chExt cx="0" cy="0"/>
        </a:xfrm>
      </p:grpSpPr>
      <p:sp>
        <p:nvSpPr>
          <p:cNvPr id="54" name="Shape 54"/>
          <p:cNvSpPr txBox="1">
            <a:spLocks noGrp="1"/>
          </p:cNvSpPr>
          <p:nvPr>
            <p:ph type="sldNum" idx="12"/>
          </p:nvPr>
        </p:nvSpPr>
        <p:spPr>
          <a:xfrm>
            <a:off x="8490250" y="4681009"/>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1">
    <p:spTree>
      <p:nvGrpSpPr>
        <p:cNvPr id="1" name="Shape 55"/>
        <p:cNvGrpSpPr/>
        <p:nvPr/>
      </p:nvGrpSpPr>
      <p:grpSpPr>
        <a:xfrm>
          <a:off x="0" y="0"/>
          <a:ext cx="0" cy="0"/>
          <a:chOff x="0" y="0"/>
          <a:chExt cx="0" cy="0"/>
        </a:xfrm>
      </p:grpSpPr>
      <p:sp>
        <p:nvSpPr>
          <p:cNvPr id="56" name="Shape 56"/>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57" name="Shape 57"/>
          <p:cNvSpPr/>
          <p:nvPr/>
        </p:nvSpPr>
        <p:spPr>
          <a:xfrm>
            <a:off x="0" y="0"/>
            <a:ext cx="3512700" cy="5143500"/>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58" name="Shape 58"/>
          <p:cNvSpPr txBox="1">
            <a:spLocks noGrp="1"/>
          </p:cNvSpPr>
          <p:nvPr>
            <p:ph type="title"/>
          </p:nvPr>
        </p:nvSpPr>
        <p:spPr>
          <a:xfrm>
            <a:off x="311700" y="307825"/>
            <a:ext cx="2631900" cy="4316700"/>
          </a:xfrm>
          <a:prstGeom prst="rect">
            <a:avLst/>
          </a:prstGeom>
          <a:noFill/>
        </p:spPr>
        <p:txBody>
          <a:bodyPr lIns="91425" tIns="91425" rIns="91425" bIns="91425" anchor="t" anchorCtr="0"/>
          <a:lstStyle>
            <a:lvl1pPr lvl="0" algn="l">
              <a:lnSpc>
                <a:spcPct val="100000"/>
              </a:lnSpc>
              <a:spcBef>
                <a:spcPts val="0"/>
              </a:spcBef>
              <a:spcAft>
                <a:spcPts val="0"/>
              </a:spcAft>
              <a:buClr>
                <a:srgbClr val="FFFFFF"/>
              </a:buClr>
              <a:buSzPct val="100000"/>
              <a:buNone/>
              <a:defRPr sz="3000">
                <a:solidFill>
                  <a:srgbClr val="FFFFFF"/>
                </a:solidFill>
              </a:defRPr>
            </a:lvl1pPr>
            <a:lvl2pPr lvl="1" algn="l">
              <a:lnSpc>
                <a:spcPct val="100000"/>
              </a:lnSpc>
              <a:spcBef>
                <a:spcPts val="0"/>
              </a:spcBef>
              <a:spcAft>
                <a:spcPts val="0"/>
              </a:spcAft>
              <a:buClr>
                <a:srgbClr val="FFFFFF"/>
              </a:buClr>
              <a:buSzPct val="100000"/>
              <a:buNone/>
              <a:defRPr sz="3000">
                <a:solidFill>
                  <a:srgbClr val="FFFFFF"/>
                </a:solidFill>
              </a:defRPr>
            </a:lvl2pPr>
            <a:lvl3pPr lvl="2" algn="l">
              <a:lnSpc>
                <a:spcPct val="100000"/>
              </a:lnSpc>
              <a:spcBef>
                <a:spcPts val="0"/>
              </a:spcBef>
              <a:spcAft>
                <a:spcPts val="0"/>
              </a:spcAft>
              <a:buClr>
                <a:srgbClr val="FFFFFF"/>
              </a:buClr>
              <a:buSzPct val="100000"/>
              <a:buNone/>
              <a:defRPr sz="3000">
                <a:solidFill>
                  <a:srgbClr val="FFFFFF"/>
                </a:solidFill>
              </a:defRPr>
            </a:lvl3pPr>
            <a:lvl4pPr lvl="3" algn="l">
              <a:lnSpc>
                <a:spcPct val="100000"/>
              </a:lnSpc>
              <a:spcBef>
                <a:spcPts val="0"/>
              </a:spcBef>
              <a:spcAft>
                <a:spcPts val="0"/>
              </a:spcAft>
              <a:buClr>
                <a:srgbClr val="FFFFFF"/>
              </a:buClr>
              <a:buSzPct val="100000"/>
              <a:buNone/>
              <a:defRPr sz="3000">
                <a:solidFill>
                  <a:srgbClr val="FFFFFF"/>
                </a:solidFill>
              </a:defRPr>
            </a:lvl4pPr>
            <a:lvl5pPr lvl="4" algn="l">
              <a:lnSpc>
                <a:spcPct val="100000"/>
              </a:lnSpc>
              <a:spcBef>
                <a:spcPts val="0"/>
              </a:spcBef>
              <a:spcAft>
                <a:spcPts val="0"/>
              </a:spcAft>
              <a:buClr>
                <a:srgbClr val="FFFFFF"/>
              </a:buClr>
              <a:buSzPct val="100000"/>
              <a:buNone/>
              <a:defRPr sz="3000">
                <a:solidFill>
                  <a:srgbClr val="FFFFFF"/>
                </a:solidFill>
              </a:defRPr>
            </a:lvl5pPr>
            <a:lvl6pPr lvl="5" algn="l">
              <a:lnSpc>
                <a:spcPct val="100000"/>
              </a:lnSpc>
              <a:spcBef>
                <a:spcPts val="0"/>
              </a:spcBef>
              <a:spcAft>
                <a:spcPts val="0"/>
              </a:spcAft>
              <a:buClr>
                <a:srgbClr val="FFFFFF"/>
              </a:buClr>
              <a:buSzPct val="100000"/>
              <a:buNone/>
              <a:defRPr sz="3000">
                <a:solidFill>
                  <a:srgbClr val="FFFFFF"/>
                </a:solidFill>
              </a:defRPr>
            </a:lvl6pPr>
            <a:lvl7pPr lvl="6" algn="l">
              <a:lnSpc>
                <a:spcPct val="100000"/>
              </a:lnSpc>
              <a:spcBef>
                <a:spcPts val="0"/>
              </a:spcBef>
              <a:spcAft>
                <a:spcPts val="0"/>
              </a:spcAft>
              <a:buClr>
                <a:srgbClr val="FFFFFF"/>
              </a:buClr>
              <a:buSzPct val="100000"/>
              <a:buNone/>
              <a:defRPr sz="3000">
                <a:solidFill>
                  <a:srgbClr val="FFFFFF"/>
                </a:solidFill>
              </a:defRPr>
            </a:lvl7pPr>
            <a:lvl8pPr lvl="7" algn="l">
              <a:lnSpc>
                <a:spcPct val="100000"/>
              </a:lnSpc>
              <a:spcBef>
                <a:spcPts val="0"/>
              </a:spcBef>
              <a:spcAft>
                <a:spcPts val="0"/>
              </a:spcAft>
              <a:buClr>
                <a:srgbClr val="FFFFFF"/>
              </a:buClr>
              <a:buSzPct val="100000"/>
              <a:buNone/>
              <a:defRPr sz="3000">
                <a:solidFill>
                  <a:srgbClr val="FFFFFF"/>
                </a:solidFill>
              </a:defRPr>
            </a:lvl8pPr>
            <a:lvl9pPr lvl="8" algn="l">
              <a:lnSpc>
                <a:spcPct val="100000"/>
              </a:lnSpc>
              <a:spcBef>
                <a:spcPts val="0"/>
              </a:spcBef>
              <a:spcAft>
                <a:spcPts val="0"/>
              </a:spcAft>
              <a:buClr>
                <a:srgbClr val="FFFFFF"/>
              </a:buClr>
              <a:buSzPct val="100000"/>
              <a:buNone/>
              <a:defRPr sz="3000">
                <a:solidFill>
                  <a:srgbClr val="FFFFFF"/>
                </a:solidFill>
              </a:defRPr>
            </a:lvl9pPr>
          </a:lstStyle>
          <a:p>
            <a:endParaRPr/>
          </a:p>
        </p:txBody>
      </p:sp>
      <p:sp>
        <p:nvSpPr>
          <p:cNvPr id="59" name="Shape 59"/>
          <p:cNvSpPr txBox="1">
            <a:spLocks noGrp="1"/>
          </p:cNvSpPr>
          <p:nvPr>
            <p:ph type="body" idx="1"/>
          </p:nvPr>
        </p:nvSpPr>
        <p:spPr>
          <a:xfrm>
            <a:off x="4011825" y="364950"/>
            <a:ext cx="4850400" cy="4259700"/>
          </a:xfrm>
          <a:prstGeom prst="rect">
            <a:avLst/>
          </a:prstGeom>
          <a:noFill/>
        </p:spPr>
        <p:txBody>
          <a:bodyPr lIns="91425" tIns="91425" rIns="91425" bIns="91425" anchor="t" anchorCtr="0"/>
          <a:lstStyle>
            <a:lvl1pPr lvl="0" algn="l">
              <a:lnSpc>
                <a:spcPct val="115000"/>
              </a:lnSpc>
              <a:spcBef>
                <a:spcPts val="0"/>
              </a:spcBef>
              <a:spcAft>
                <a:spcPts val="1600"/>
              </a:spcAft>
              <a:buClr>
                <a:schemeClr val="dk2"/>
              </a:buClr>
              <a:buSzPct val="100000"/>
              <a:defRPr sz="1800">
                <a:solidFill>
                  <a:schemeClr val="dk2"/>
                </a:solidFill>
              </a:defRPr>
            </a:lvl1pPr>
            <a:lvl2pPr lvl="1" algn="l">
              <a:lnSpc>
                <a:spcPct val="115000"/>
              </a:lnSpc>
              <a:spcBef>
                <a:spcPts val="0"/>
              </a:spcBef>
              <a:spcAft>
                <a:spcPts val="1600"/>
              </a:spcAft>
              <a:buClr>
                <a:schemeClr val="dk2"/>
              </a:buClr>
              <a:defRPr sz="1400">
                <a:solidFill>
                  <a:schemeClr val="dk2"/>
                </a:solidFill>
              </a:defRPr>
            </a:lvl2pPr>
            <a:lvl3pPr lvl="2" algn="l">
              <a:lnSpc>
                <a:spcPct val="115000"/>
              </a:lnSpc>
              <a:spcBef>
                <a:spcPts val="0"/>
              </a:spcBef>
              <a:spcAft>
                <a:spcPts val="1600"/>
              </a:spcAft>
              <a:buClr>
                <a:schemeClr val="dk2"/>
              </a:buClr>
              <a:defRPr sz="1400">
                <a:solidFill>
                  <a:schemeClr val="dk2"/>
                </a:solidFill>
              </a:defRPr>
            </a:lvl3pPr>
            <a:lvl4pPr lvl="3" algn="l">
              <a:lnSpc>
                <a:spcPct val="115000"/>
              </a:lnSpc>
              <a:spcBef>
                <a:spcPts val="0"/>
              </a:spcBef>
              <a:spcAft>
                <a:spcPts val="1600"/>
              </a:spcAft>
              <a:buClr>
                <a:schemeClr val="dk2"/>
              </a:buClr>
              <a:defRPr sz="1400">
                <a:solidFill>
                  <a:schemeClr val="dk2"/>
                </a:solidFill>
              </a:defRPr>
            </a:lvl4pPr>
            <a:lvl5pPr lvl="4" algn="l">
              <a:lnSpc>
                <a:spcPct val="115000"/>
              </a:lnSpc>
              <a:spcBef>
                <a:spcPts val="0"/>
              </a:spcBef>
              <a:spcAft>
                <a:spcPts val="1600"/>
              </a:spcAft>
              <a:buClr>
                <a:schemeClr val="dk2"/>
              </a:buClr>
              <a:defRPr sz="1400">
                <a:solidFill>
                  <a:schemeClr val="dk2"/>
                </a:solidFill>
              </a:defRPr>
            </a:lvl5pPr>
            <a:lvl6pPr lvl="5" algn="l">
              <a:lnSpc>
                <a:spcPct val="115000"/>
              </a:lnSpc>
              <a:spcBef>
                <a:spcPts val="0"/>
              </a:spcBef>
              <a:spcAft>
                <a:spcPts val="1600"/>
              </a:spcAft>
              <a:buClr>
                <a:schemeClr val="dk2"/>
              </a:buClr>
              <a:defRPr sz="1400">
                <a:solidFill>
                  <a:schemeClr val="dk2"/>
                </a:solidFill>
              </a:defRPr>
            </a:lvl6pPr>
            <a:lvl7pPr lvl="6" algn="l">
              <a:lnSpc>
                <a:spcPct val="115000"/>
              </a:lnSpc>
              <a:spcBef>
                <a:spcPts val="0"/>
              </a:spcBef>
              <a:spcAft>
                <a:spcPts val="1600"/>
              </a:spcAft>
              <a:buClr>
                <a:schemeClr val="dk2"/>
              </a:buClr>
              <a:defRPr sz="1400">
                <a:solidFill>
                  <a:schemeClr val="dk2"/>
                </a:solidFill>
              </a:defRPr>
            </a:lvl7pPr>
            <a:lvl8pPr lvl="7" algn="l">
              <a:lnSpc>
                <a:spcPct val="115000"/>
              </a:lnSpc>
              <a:spcBef>
                <a:spcPts val="0"/>
              </a:spcBef>
              <a:spcAft>
                <a:spcPts val="1600"/>
              </a:spcAft>
              <a:buClr>
                <a:schemeClr val="dk2"/>
              </a:buClr>
              <a:defRPr sz="1400">
                <a:solidFill>
                  <a:schemeClr val="dk2"/>
                </a:solidFill>
              </a:defRPr>
            </a:lvl8pPr>
            <a:lvl9pPr lvl="8" algn="l">
              <a:lnSpc>
                <a:spcPct val="115000"/>
              </a:lnSpc>
              <a:spcBef>
                <a:spcPts val="0"/>
              </a:spcBef>
              <a:spcAft>
                <a:spcPts val="1600"/>
              </a:spcAft>
              <a:buClr>
                <a:schemeClr val="dk2"/>
              </a:buClr>
              <a:defRPr sz="1400">
                <a:solidFill>
                  <a:schemeClr val="dk2"/>
                </a:solidFill>
              </a:defRPr>
            </a:lvl9pPr>
          </a:lstStyle>
          <a:p>
            <a:endParaRPr/>
          </a:p>
        </p:txBody>
      </p:sp>
      <p:sp>
        <p:nvSpPr>
          <p:cNvPr id="60" name="Shape 60"/>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spTree>
      <p:nvGrpSpPr>
        <p:cNvPr id="1" name="Shape 61"/>
        <p:cNvGrpSpPr/>
        <p:nvPr/>
      </p:nvGrpSpPr>
      <p:grpSpPr>
        <a:xfrm>
          <a:off x="0" y="0"/>
          <a:ext cx="0" cy="0"/>
          <a:chOff x="0" y="0"/>
          <a:chExt cx="0" cy="0"/>
        </a:xfrm>
      </p:grpSpPr>
      <p:sp>
        <p:nvSpPr>
          <p:cNvPr id="62" name="Shape 62"/>
          <p:cNvSpPr/>
          <p:nvPr/>
        </p:nvSpPr>
        <p:spPr>
          <a:xfrm>
            <a:off x="0" y="0"/>
            <a:ext cx="9144000" cy="5143500"/>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ctrTitle"/>
          </p:nvPr>
        </p:nvSpPr>
        <p:spPr>
          <a:xfrm>
            <a:off x="1837575" y="1251525"/>
            <a:ext cx="5445900" cy="2640600"/>
          </a:xfrm>
          <a:prstGeom prst="rect">
            <a:avLst/>
          </a:prstGeom>
          <a:noFill/>
        </p:spPr>
        <p:txBody>
          <a:bodyPr lIns="91425" tIns="91425" rIns="91425" bIns="91425" anchor="ctr" anchorCtr="0"/>
          <a:lstStyle>
            <a:lvl1pPr lvl="0" algn="ctr">
              <a:lnSpc>
                <a:spcPct val="100000"/>
              </a:lnSpc>
              <a:spcBef>
                <a:spcPts val="0"/>
              </a:spcBef>
              <a:spcAft>
                <a:spcPts val="0"/>
              </a:spcAft>
              <a:buClr>
                <a:srgbClr val="FFFFFF"/>
              </a:buClr>
              <a:buSzPct val="100000"/>
              <a:buNone/>
              <a:defRPr sz="4000" b="1">
                <a:solidFill>
                  <a:srgbClr val="FFFFFF"/>
                </a:solidFill>
              </a:defRPr>
            </a:lvl1pPr>
            <a:lvl2pPr lvl="1" algn="ctr">
              <a:lnSpc>
                <a:spcPct val="100000"/>
              </a:lnSpc>
              <a:spcBef>
                <a:spcPts val="0"/>
              </a:spcBef>
              <a:spcAft>
                <a:spcPts val="0"/>
              </a:spcAft>
              <a:buClr>
                <a:srgbClr val="FFFFFF"/>
              </a:buClr>
              <a:buSzPct val="100000"/>
              <a:buNone/>
              <a:defRPr sz="4000" b="1">
                <a:solidFill>
                  <a:srgbClr val="FFFFFF"/>
                </a:solidFill>
              </a:defRPr>
            </a:lvl2pPr>
            <a:lvl3pPr lvl="2" algn="ctr">
              <a:lnSpc>
                <a:spcPct val="100000"/>
              </a:lnSpc>
              <a:spcBef>
                <a:spcPts val="0"/>
              </a:spcBef>
              <a:spcAft>
                <a:spcPts val="0"/>
              </a:spcAft>
              <a:buClr>
                <a:srgbClr val="FFFFFF"/>
              </a:buClr>
              <a:buSzPct val="100000"/>
              <a:buNone/>
              <a:defRPr sz="4000" b="1">
                <a:solidFill>
                  <a:srgbClr val="FFFFFF"/>
                </a:solidFill>
              </a:defRPr>
            </a:lvl3pPr>
            <a:lvl4pPr lvl="3" algn="ctr">
              <a:lnSpc>
                <a:spcPct val="100000"/>
              </a:lnSpc>
              <a:spcBef>
                <a:spcPts val="0"/>
              </a:spcBef>
              <a:spcAft>
                <a:spcPts val="0"/>
              </a:spcAft>
              <a:buClr>
                <a:srgbClr val="FFFFFF"/>
              </a:buClr>
              <a:buSzPct val="100000"/>
              <a:buNone/>
              <a:defRPr sz="4000" b="1">
                <a:solidFill>
                  <a:srgbClr val="FFFFFF"/>
                </a:solidFill>
              </a:defRPr>
            </a:lvl4pPr>
            <a:lvl5pPr lvl="4" algn="ctr">
              <a:lnSpc>
                <a:spcPct val="100000"/>
              </a:lnSpc>
              <a:spcBef>
                <a:spcPts val="0"/>
              </a:spcBef>
              <a:spcAft>
                <a:spcPts val="0"/>
              </a:spcAft>
              <a:buClr>
                <a:srgbClr val="FFFFFF"/>
              </a:buClr>
              <a:buSzPct val="100000"/>
              <a:buNone/>
              <a:defRPr sz="4000" b="1">
                <a:solidFill>
                  <a:srgbClr val="FFFFFF"/>
                </a:solidFill>
              </a:defRPr>
            </a:lvl5pPr>
            <a:lvl6pPr lvl="5" algn="ctr">
              <a:lnSpc>
                <a:spcPct val="100000"/>
              </a:lnSpc>
              <a:spcBef>
                <a:spcPts val="0"/>
              </a:spcBef>
              <a:spcAft>
                <a:spcPts val="0"/>
              </a:spcAft>
              <a:buClr>
                <a:srgbClr val="FFFFFF"/>
              </a:buClr>
              <a:buSzPct val="100000"/>
              <a:buNone/>
              <a:defRPr sz="4000" b="1">
                <a:solidFill>
                  <a:srgbClr val="FFFFFF"/>
                </a:solidFill>
              </a:defRPr>
            </a:lvl6pPr>
            <a:lvl7pPr lvl="6" algn="ctr">
              <a:lnSpc>
                <a:spcPct val="100000"/>
              </a:lnSpc>
              <a:spcBef>
                <a:spcPts val="0"/>
              </a:spcBef>
              <a:spcAft>
                <a:spcPts val="0"/>
              </a:spcAft>
              <a:buClr>
                <a:srgbClr val="FFFFFF"/>
              </a:buClr>
              <a:buSzPct val="100000"/>
              <a:buNone/>
              <a:defRPr sz="4000" b="1">
                <a:solidFill>
                  <a:srgbClr val="FFFFFF"/>
                </a:solidFill>
              </a:defRPr>
            </a:lvl7pPr>
            <a:lvl8pPr lvl="7" algn="ctr">
              <a:lnSpc>
                <a:spcPct val="100000"/>
              </a:lnSpc>
              <a:spcBef>
                <a:spcPts val="0"/>
              </a:spcBef>
              <a:spcAft>
                <a:spcPts val="0"/>
              </a:spcAft>
              <a:buClr>
                <a:srgbClr val="FFFFFF"/>
              </a:buClr>
              <a:buSzPct val="100000"/>
              <a:buNone/>
              <a:defRPr sz="4000" b="1">
                <a:solidFill>
                  <a:srgbClr val="FFFFFF"/>
                </a:solidFill>
              </a:defRPr>
            </a:lvl8pPr>
            <a:lvl9pPr lvl="8" algn="ctr">
              <a:lnSpc>
                <a:spcPct val="100000"/>
              </a:lnSpc>
              <a:spcBef>
                <a:spcPts val="0"/>
              </a:spcBef>
              <a:spcAft>
                <a:spcPts val="0"/>
              </a:spcAft>
              <a:buClr>
                <a:srgbClr val="FFFFFF"/>
              </a:buClr>
              <a:buSzPct val="100000"/>
              <a:buNone/>
              <a:defRPr sz="4000" b="1">
                <a:solidFill>
                  <a:srgbClr val="FFFFFF"/>
                </a:solidFill>
              </a:defRPr>
            </a:lvl9pPr>
          </a:lstStyle>
          <a:p>
            <a:endParaRPr/>
          </a:p>
        </p:txBody>
      </p:sp>
      <p:sp>
        <p:nvSpPr>
          <p:cNvPr id="64" name="Shape 64"/>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rgbClr val="FFFFFF"/>
                </a:solidFill>
              </a:rPr>
              <a:t>‹#›</a:t>
            </a:fld>
            <a:endParaRPr lang="en" sz="1000">
              <a:solidFill>
                <a:srgbClr val="FFFFFF"/>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 layout 3">
    <p:spTree>
      <p:nvGrpSpPr>
        <p:cNvPr id="1" name="Shape 65"/>
        <p:cNvGrpSpPr/>
        <p:nvPr/>
      </p:nvGrpSpPr>
      <p:grpSpPr>
        <a:xfrm>
          <a:off x="0" y="0"/>
          <a:ext cx="0" cy="0"/>
          <a:chOff x="0" y="0"/>
          <a:chExt cx="0" cy="0"/>
        </a:xfrm>
      </p:grpSpPr>
      <p:sp>
        <p:nvSpPr>
          <p:cNvPr id="66" name="Shape 66"/>
          <p:cNvSpPr/>
          <p:nvPr/>
        </p:nvSpPr>
        <p:spPr>
          <a:xfrm>
            <a:off x="3047650" y="0"/>
            <a:ext cx="6096300" cy="51435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sp>
        <p:nvSpPr>
          <p:cNvPr id="67" name="Shape 67"/>
          <p:cNvSpPr/>
          <p:nvPr/>
        </p:nvSpPr>
        <p:spPr>
          <a:xfrm>
            <a:off x="0" y="0"/>
            <a:ext cx="9144000" cy="51435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grpSp>
        <p:nvGrpSpPr>
          <p:cNvPr id="68" name="Shape 68"/>
          <p:cNvGrpSpPr/>
          <p:nvPr/>
        </p:nvGrpSpPr>
        <p:grpSpPr>
          <a:xfrm>
            <a:off x="2" y="4713898"/>
            <a:ext cx="3047923" cy="429600"/>
            <a:chOff x="-72" y="4713898"/>
            <a:chExt cx="3047923" cy="429600"/>
          </a:xfrm>
        </p:grpSpPr>
        <p:sp>
          <p:nvSpPr>
            <p:cNvPr id="69" name="Shape 69"/>
            <p:cNvSpPr/>
            <p:nvPr/>
          </p:nvSpPr>
          <p:spPr>
            <a:xfrm rot="-5400000">
              <a:off x="2452050" y="4547698"/>
              <a:ext cx="429600" cy="762000"/>
            </a:xfrm>
            <a:prstGeom prst="rtTriangle">
              <a:avLst/>
            </a:prstGeom>
            <a:solidFill>
              <a:srgbClr val="EFEFEF"/>
            </a:solidFill>
            <a:ln>
              <a:noFill/>
            </a:ln>
          </p:spPr>
          <p:txBody>
            <a:bodyPr lIns="91425" tIns="91425" rIns="91425" bIns="91425" anchor="ctr" anchorCtr="0">
              <a:noAutofit/>
            </a:bodyPr>
            <a:lstStyle/>
            <a:p>
              <a:pPr lvl="0">
                <a:spcBef>
                  <a:spcPts val="0"/>
                </a:spcBef>
                <a:buNone/>
              </a:pPr>
              <a:endParaRPr/>
            </a:p>
          </p:txBody>
        </p:sp>
        <p:sp>
          <p:nvSpPr>
            <p:cNvPr id="70" name="Shape 70"/>
            <p:cNvSpPr/>
            <p:nvPr/>
          </p:nvSpPr>
          <p:spPr>
            <a:xfrm rot="-5400000">
              <a:off x="928118" y="4547698"/>
              <a:ext cx="429600" cy="762000"/>
            </a:xfrm>
            <a:prstGeom prst="rtTriangle">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71" name="Shape 71"/>
            <p:cNvSpPr/>
            <p:nvPr/>
          </p:nvSpPr>
          <p:spPr>
            <a:xfrm rot="5400000" flipH="1">
              <a:off x="1689952" y="4547698"/>
              <a:ext cx="429600" cy="762000"/>
            </a:xfrm>
            <a:prstGeom prst="rtTriangle">
              <a:avLst/>
            </a:prstGeom>
            <a:solidFill>
              <a:srgbClr val="F3F3F3"/>
            </a:solidFill>
            <a:ln>
              <a:noFill/>
            </a:ln>
          </p:spPr>
          <p:txBody>
            <a:bodyPr lIns="91425" tIns="91425" rIns="91425" bIns="91425" anchor="ctr" anchorCtr="0">
              <a:noAutofit/>
            </a:bodyPr>
            <a:lstStyle/>
            <a:p>
              <a:pPr lvl="0">
                <a:spcBef>
                  <a:spcPts val="0"/>
                </a:spcBef>
                <a:buNone/>
              </a:pPr>
              <a:endParaRPr/>
            </a:p>
          </p:txBody>
        </p:sp>
        <p:sp>
          <p:nvSpPr>
            <p:cNvPr id="72" name="Shape 72"/>
            <p:cNvSpPr/>
            <p:nvPr/>
          </p:nvSpPr>
          <p:spPr>
            <a:xfrm rot="5400000" flipH="1">
              <a:off x="166127" y="4547698"/>
              <a:ext cx="429600" cy="762000"/>
            </a:xfrm>
            <a:prstGeom prst="rtTriangle">
              <a:avLst/>
            </a:prstGeom>
            <a:solidFill>
              <a:srgbClr val="F3F3F3"/>
            </a:solidFill>
            <a:ln>
              <a:noFill/>
            </a:ln>
          </p:spPr>
          <p:txBody>
            <a:bodyPr lIns="91425" tIns="91425" rIns="91425" bIns="91425" anchor="ctr" anchorCtr="0">
              <a:noAutofit/>
            </a:bodyPr>
            <a:lstStyle/>
            <a:p>
              <a:pPr lvl="0">
                <a:spcBef>
                  <a:spcPts val="0"/>
                </a:spcBef>
                <a:buNone/>
              </a:pPr>
              <a:endParaRPr/>
            </a:p>
          </p:txBody>
        </p:sp>
      </p:grpSp>
      <p:sp>
        <p:nvSpPr>
          <p:cNvPr id="73" name="Shape 73"/>
          <p:cNvSpPr txBox="1">
            <a:spLocks noGrp="1"/>
          </p:cNvSpPr>
          <p:nvPr>
            <p:ph type="title"/>
          </p:nvPr>
        </p:nvSpPr>
        <p:spPr>
          <a:xfrm>
            <a:off x="185350" y="679625"/>
            <a:ext cx="2683200" cy="1042500"/>
          </a:xfrm>
          <a:prstGeom prst="rect">
            <a:avLst/>
          </a:prstGeom>
          <a:noFill/>
        </p:spPr>
        <p:txBody>
          <a:bodyPr lIns="91425" tIns="91425" rIns="91425" bIns="91425" anchor="b" anchorCtr="0"/>
          <a:lstStyle>
            <a:lvl1pPr lvl="0" algn="l">
              <a:lnSpc>
                <a:spcPct val="100000"/>
              </a:lnSpc>
              <a:spcBef>
                <a:spcPts val="0"/>
              </a:spcBef>
              <a:spcAft>
                <a:spcPts val="0"/>
              </a:spcAft>
              <a:buNone/>
              <a:defRPr sz="2400" b="1">
                <a:solidFill>
                  <a:srgbClr val="212121"/>
                </a:solidFill>
              </a:defRPr>
            </a:lvl1pPr>
            <a:lvl2pPr lvl="1" algn="l">
              <a:lnSpc>
                <a:spcPct val="100000"/>
              </a:lnSpc>
              <a:spcBef>
                <a:spcPts val="0"/>
              </a:spcBef>
              <a:spcAft>
                <a:spcPts val="0"/>
              </a:spcAft>
              <a:buNone/>
              <a:defRPr sz="2400" b="1">
                <a:solidFill>
                  <a:srgbClr val="212121"/>
                </a:solidFill>
              </a:defRPr>
            </a:lvl2pPr>
            <a:lvl3pPr lvl="2" algn="l">
              <a:lnSpc>
                <a:spcPct val="100000"/>
              </a:lnSpc>
              <a:spcBef>
                <a:spcPts val="0"/>
              </a:spcBef>
              <a:spcAft>
                <a:spcPts val="0"/>
              </a:spcAft>
              <a:buNone/>
              <a:defRPr sz="2400" b="1">
                <a:solidFill>
                  <a:srgbClr val="212121"/>
                </a:solidFill>
              </a:defRPr>
            </a:lvl3pPr>
            <a:lvl4pPr lvl="3" algn="l">
              <a:lnSpc>
                <a:spcPct val="100000"/>
              </a:lnSpc>
              <a:spcBef>
                <a:spcPts val="0"/>
              </a:spcBef>
              <a:spcAft>
                <a:spcPts val="0"/>
              </a:spcAft>
              <a:buNone/>
              <a:defRPr sz="2400" b="1">
                <a:solidFill>
                  <a:srgbClr val="212121"/>
                </a:solidFill>
              </a:defRPr>
            </a:lvl4pPr>
            <a:lvl5pPr lvl="4" algn="l">
              <a:lnSpc>
                <a:spcPct val="100000"/>
              </a:lnSpc>
              <a:spcBef>
                <a:spcPts val="0"/>
              </a:spcBef>
              <a:spcAft>
                <a:spcPts val="0"/>
              </a:spcAft>
              <a:buNone/>
              <a:defRPr sz="2400" b="1">
                <a:solidFill>
                  <a:srgbClr val="212121"/>
                </a:solidFill>
              </a:defRPr>
            </a:lvl5pPr>
            <a:lvl6pPr lvl="5" algn="l">
              <a:lnSpc>
                <a:spcPct val="100000"/>
              </a:lnSpc>
              <a:spcBef>
                <a:spcPts val="0"/>
              </a:spcBef>
              <a:spcAft>
                <a:spcPts val="0"/>
              </a:spcAft>
              <a:buNone/>
              <a:defRPr sz="2400" b="1">
                <a:solidFill>
                  <a:srgbClr val="212121"/>
                </a:solidFill>
              </a:defRPr>
            </a:lvl6pPr>
            <a:lvl7pPr lvl="6" algn="l">
              <a:lnSpc>
                <a:spcPct val="100000"/>
              </a:lnSpc>
              <a:spcBef>
                <a:spcPts val="0"/>
              </a:spcBef>
              <a:spcAft>
                <a:spcPts val="0"/>
              </a:spcAft>
              <a:buNone/>
              <a:defRPr sz="2400" b="1">
                <a:solidFill>
                  <a:srgbClr val="212121"/>
                </a:solidFill>
              </a:defRPr>
            </a:lvl7pPr>
            <a:lvl8pPr lvl="7" algn="l">
              <a:lnSpc>
                <a:spcPct val="100000"/>
              </a:lnSpc>
              <a:spcBef>
                <a:spcPts val="0"/>
              </a:spcBef>
              <a:spcAft>
                <a:spcPts val="0"/>
              </a:spcAft>
              <a:buNone/>
              <a:defRPr sz="2400" b="1">
                <a:solidFill>
                  <a:srgbClr val="212121"/>
                </a:solidFill>
              </a:defRPr>
            </a:lvl8pPr>
            <a:lvl9pPr lvl="8" algn="l">
              <a:lnSpc>
                <a:spcPct val="100000"/>
              </a:lnSpc>
              <a:spcBef>
                <a:spcPts val="0"/>
              </a:spcBef>
              <a:spcAft>
                <a:spcPts val="0"/>
              </a:spcAft>
              <a:buNone/>
              <a:defRPr sz="2400" b="1">
                <a:solidFill>
                  <a:srgbClr val="212121"/>
                </a:solidFill>
              </a:defRPr>
            </a:lvl9pPr>
          </a:lstStyle>
          <a:p>
            <a:endParaRPr/>
          </a:p>
        </p:txBody>
      </p:sp>
      <p:sp>
        <p:nvSpPr>
          <p:cNvPr id="74" name="Shape 74"/>
          <p:cNvSpPr txBox="1">
            <a:spLocks noGrp="1"/>
          </p:cNvSpPr>
          <p:nvPr>
            <p:ph type="body" idx="1"/>
          </p:nvPr>
        </p:nvSpPr>
        <p:spPr>
          <a:xfrm>
            <a:off x="185350" y="1798300"/>
            <a:ext cx="2683200" cy="2540100"/>
          </a:xfrm>
          <a:prstGeom prst="rect">
            <a:avLst/>
          </a:prstGeom>
          <a:noFill/>
        </p:spPr>
        <p:txBody>
          <a:bodyPr lIns="91425" tIns="91425" rIns="91425" bIns="91425" anchor="t" anchorCtr="0"/>
          <a:lstStyle>
            <a:lvl1pPr lvl="0" algn="l">
              <a:lnSpc>
                <a:spcPct val="115000"/>
              </a:lnSpc>
              <a:spcBef>
                <a:spcPts val="0"/>
              </a:spcBef>
              <a:spcAft>
                <a:spcPts val="1600"/>
              </a:spcAft>
              <a:buClr>
                <a:srgbClr val="616161"/>
              </a:buClr>
              <a:buSzPct val="100000"/>
              <a:defRPr sz="1600">
                <a:solidFill>
                  <a:srgbClr val="616161"/>
                </a:solidFill>
              </a:defRPr>
            </a:lvl1pPr>
            <a:lvl2pPr lvl="1" algn="l">
              <a:lnSpc>
                <a:spcPct val="115000"/>
              </a:lnSpc>
              <a:spcBef>
                <a:spcPts val="0"/>
              </a:spcBef>
              <a:spcAft>
                <a:spcPts val="1600"/>
              </a:spcAft>
              <a:buClr>
                <a:srgbClr val="616161"/>
              </a:buClr>
              <a:defRPr sz="1400">
                <a:solidFill>
                  <a:srgbClr val="616161"/>
                </a:solidFill>
              </a:defRPr>
            </a:lvl2pPr>
            <a:lvl3pPr lvl="2" algn="l">
              <a:lnSpc>
                <a:spcPct val="115000"/>
              </a:lnSpc>
              <a:spcBef>
                <a:spcPts val="0"/>
              </a:spcBef>
              <a:spcAft>
                <a:spcPts val="1600"/>
              </a:spcAft>
              <a:buClr>
                <a:srgbClr val="616161"/>
              </a:buClr>
              <a:defRPr sz="1400">
                <a:solidFill>
                  <a:srgbClr val="616161"/>
                </a:solidFill>
              </a:defRPr>
            </a:lvl3pPr>
            <a:lvl4pPr lvl="3" algn="l">
              <a:lnSpc>
                <a:spcPct val="115000"/>
              </a:lnSpc>
              <a:spcBef>
                <a:spcPts val="0"/>
              </a:spcBef>
              <a:spcAft>
                <a:spcPts val="1600"/>
              </a:spcAft>
              <a:buClr>
                <a:srgbClr val="616161"/>
              </a:buClr>
              <a:defRPr sz="1400">
                <a:solidFill>
                  <a:srgbClr val="616161"/>
                </a:solidFill>
              </a:defRPr>
            </a:lvl4pPr>
            <a:lvl5pPr lvl="4" algn="l">
              <a:lnSpc>
                <a:spcPct val="115000"/>
              </a:lnSpc>
              <a:spcBef>
                <a:spcPts val="0"/>
              </a:spcBef>
              <a:spcAft>
                <a:spcPts val="1600"/>
              </a:spcAft>
              <a:buClr>
                <a:srgbClr val="616161"/>
              </a:buClr>
              <a:defRPr sz="1400">
                <a:solidFill>
                  <a:srgbClr val="616161"/>
                </a:solidFill>
              </a:defRPr>
            </a:lvl5pPr>
            <a:lvl6pPr lvl="5" algn="l">
              <a:lnSpc>
                <a:spcPct val="115000"/>
              </a:lnSpc>
              <a:spcBef>
                <a:spcPts val="0"/>
              </a:spcBef>
              <a:spcAft>
                <a:spcPts val="1600"/>
              </a:spcAft>
              <a:buClr>
                <a:srgbClr val="616161"/>
              </a:buClr>
              <a:defRPr sz="1400">
                <a:solidFill>
                  <a:srgbClr val="616161"/>
                </a:solidFill>
              </a:defRPr>
            </a:lvl6pPr>
            <a:lvl7pPr lvl="6" algn="l">
              <a:lnSpc>
                <a:spcPct val="115000"/>
              </a:lnSpc>
              <a:spcBef>
                <a:spcPts val="0"/>
              </a:spcBef>
              <a:spcAft>
                <a:spcPts val="1600"/>
              </a:spcAft>
              <a:buClr>
                <a:srgbClr val="616161"/>
              </a:buClr>
              <a:defRPr sz="1400">
                <a:solidFill>
                  <a:srgbClr val="616161"/>
                </a:solidFill>
              </a:defRPr>
            </a:lvl7pPr>
            <a:lvl8pPr lvl="7" algn="l">
              <a:lnSpc>
                <a:spcPct val="115000"/>
              </a:lnSpc>
              <a:spcBef>
                <a:spcPts val="0"/>
              </a:spcBef>
              <a:spcAft>
                <a:spcPts val="1600"/>
              </a:spcAft>
              <a:buClr>
                <a:srgbClr val="616161"/>
              </a:buClr>
              <a:defRPr sz="1400">
                <a:solidFill>
                  <a:srgbClr val="616161"/>
                </a:solidFill>
              </a:defRPr>
            </a:lvl8pPr>
            <a:lvl9pPr lvl="8" algn="l">
              <a:lnSpc>
                <a:spcPct val="115000"/>
              </a:lnSpc>
              <a:spcBef>
                <a:spcPts val="0"/>
              </a:spcBef>
              <a:spcAft>
                <a:spcPts val="1600"/>
              </a:spcAft>
              <a:buClr>
                <a:srgbClr val="616161"/>
              </a:buClr>
              <a:defRPr sz="1400">
                <a:solidFill>
                  <a:srgbClr val="616161"/>
                </a:solidFill>
              </a:defRPr>
            </a:lvl9pPr>
          </a:lstStyle>
          <a:p>
            <a:endParaRPr/>
          </a:p>
        </p:txBody>
      </p:sp>
      <p:sp>
        <p:nvSpPr>
          <p:cNvPr id="75" name="Shape 75"/>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ustom layout 2">
    <p:spTree>
      <p:nvGrpSpPr>
        <p:cNvPr id="1" name="Shape 76"/>
        <p:cNvGrpSpPr/>
        <p:nvPr/>
      </p:nvGrpSpPr>
      <p:grpSpPr>
        <a:xfrm>
          <a:off x="0" y="0"/>
          <a:ext cx="0" cy="0"/>
          <a:chOff x="0" y="0"/>
          <a:chExt cx="0" cy="0"/>
        </a:xfrm>
      </p:grpSpPr>
      <p:sp>
        <p:nvSpPr>
          <p:cNvPr id="77" name="Shape 77"/>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78" name="Shape 78"/>
          <p:cNvSpPr/>
          <p:nvPr/>
        </p:nvSpPr>
        <p:spPr>
          <a:xfrm>
            <a:off x="0" y="0"/>
            <a:ext cx="3512700" cy="5143500"/>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79" name="Shape 79"/>
          <p:cNvSpPr txBox="1">
            <a:spLocks noGrp="1"/>
          </p:cNvSpPr>
          <p:nvPr>
            <p:ph type="title"/>
          </p:nvPr>
        </p:nvSpPr>
        <p:spPr>
          <a:xfrm>
            <a:off x="311700" y="307825"/>
            <a:ext cx="2631900" cy="4316700"/>
          </a:xfrm>
          <a:prstGeom prst="rect">
            <a:avLst/>
          </a:prstGeom>
          <a:noFill/>
        </p:spPr>
        <p:txBody>
          <a:bodyPr lIns="91425" tIns="91425" rIns="91425" bIns="91425" anchor="t" anchorCtr="0"/>
          <a:lstStyle>
            <a:lvl1pPr lvl="0" algn="l">
              <a:lnSpc>
                <a:spcPct val="100000"/>
              </a:lnSpc>
              <a:spcBef>
                <a:spcPts val="0"/>
              </a:spcBef>
              <a:spcAft>
                <a:spcPts val="0"/>
              </a:spcAft>
              <a:buClr>
                <a:srgbClr val="FFFFFF"/>
              </a:buClr>
              <a:buSzPct val="100000"/>
              <a:buNone/>
              <a:defRPr sz="3000" b="1">
                <a:solidFill>
                  <a:srgbClr val="FFFFFF"/>
                </a:solidFill>
              </a:defRPr>
            </a:lvl1pPr>
            <a:lvl2pPr lvl="1" algn="l">
              <a:lnSpc>
                <a:spcPct val="100000"/>
              </a:lnSpc>
              <a:spcBef>
                <a:spcPts val="0"/>
              </a:spcBef>
              <a:spcAft>
                <a:spcPts val="0"/>
              </a:spcAft>
              <a:buClr>
                <a:srgbClr val="FFFFFF"/>
              </a:buClr>
              <a:buSzPct val="100000"/>
              <a:buNone/>
              <a:defRPr sz="3000" b="1">
                <a:solidFill>
                  <a:srgbClr val="FFFFFF"/>
                </a:solidFill>
              </a:defRPr>
            </a:lvl2pPr>
            <a:lvl3pPr lvl="2" algn="l">
              <a:lnSpc>
                <a:spcPct val="100000"/>
              </a:lnSpc>
              <a:spcBef>
                <a:spcPts val="0"/>
              </a:spcBef>
              <a:spcAft>
                <a:spcPts val="0"/>
              </a:spcAft>
              <a:buClr>
                <a:srgbClr val="FFFFFF"/>
              </a:buClr>
              <a:buSzPct val="100000"/>
              <a:buNone/>
              <a:defRPr sz="3000" b="1">
                <a:solidFill>
                  <a:srgbClr val="FFFFFF"/>
                </a:solidFill>
              </a:defRPr>
            </a:lvl3pPr>
            <a:lvl4pPr lvl="3" algn="l">
              <a:lnSpc>
                <a:spcPct val="100000"/>
              </a:lnSpc>
              <a:spcBef>
                <a:spcPts val="0"/>
              </a:spcBef>
              <a:spcAft>
                <a:spcPts val="0"/>
              </a:spcAft>
              <a:buClr>
                <a:srgbClr val="FFFFFF"/>
              </a:buClr>
              <a:buSzPct val="100000"/>
              <a:buNone/>
              <a:defRPr sz="3000" b="1">
                <a:solidFill>
                  <a:srgbClr val="FFFFFF"/>
                </a:solidFill>
              </a:defRPr>
            </a:lvl4pPr>
            <a:lvl5pPr lvl="4" algn="l">
              <a:lnSpc>
                <a:spcPct val="100000"/>
              </a:lnSpc>
              <a:spcBef>
                <a:spcPts val="0"/>
              </a:spcBef>
              <a:spcAft>
                <a:spcPts val="0"/>
              </a:spcAft>
              <a:buClr>
                <a:srgbClr val="FFFFFF"/>
              </a:buClr>
              <a:buSzPct val="100000"/>
              <a:buNone/>
              <a:defRPr sz="3000" b="1">
                <a:solidFill>
                  <a:srgbClr val="FFFFFF"/>
                </a:solidFill>
              </a:defRPr>
            </a:lvl5pPr>
            <a:lvl6pPr lvl="5" algn="l">
              <a:lnSpc>
                <a:spcPct val="100000"/>
              </a:lnSpc>
              <a:spcBef>
                <a:spcPts val="0"/>
              </a:spcBef>
              <a:spcAft>
                <a:spcPts val="0"/>
              </a:spcAft>
              <a:buClr>
                <a:srgbClr val="FFFFFF"/>
              </a:buClr>
              <a:buSzPct val="100000"/>
              <a:buNone/>
              <a:defRPr sz="3000" b="1">
                <a:solidFill>
                  <a:srgbClr val="FFFFFF"/>
                </a:solidFill>
              </a:defRPr>
            </a:lvl6pPr>
            <a:lvl7pPr lvl="6" algn="l">
              <a:lnSpc>
                <a:spcPct val="100000"/>
              </a:lnSpc>
              <a:spcBef>
                <a:spcPts val="0"/>
              </a:spcBef>
              <a:spcAft>
                <a:spcPts val="0"/>
              </a:spcAft>
              <a:buClr>
                <a:srgbClr val="FFFFFF"/>
              </a:buClr>
              <a:buSzPct val="100000"/>
              <a:buNone/>
              <a:defRPr sz="3000" b="1">
                <a:solidFill>
                  <a:srgbClr val="FFFFFF"/>
                </a:solidFill>
              </a:defRPr>
            </a:lvl7pPr>
            <a:lvl8pPr lvl="7" algn="l">
              <a:lnSpc>
                <a:spcPct val="100000"/>
              </a:lnSpc>
              <a:spcBef>
                <a:spcPts val="0"/>
              </a:spcBef>
              <a:spcAft>
                <a:spcPts val="0"/>
              </a:spcAft>
              <a:buClr>
                <a:srgbClr val="FFFFFF"/>
              </a:buClr>
              <a:buSzPct val="100000"/>
              <a:buNone/>
              <a:defRPr sz="3000" b="1">
                <a:solidFill>
                  <a:srgbClr val="FFFFFF"/>
                </a:solidFill>
              </a:defRPr>
            </a:lvl8pPr>
            <a:lvl9pPr lvl="8" algn="l">
              <a:lnSpc>
                <a:spcPct val="100000"/>
              </a:lnSpc>
              <a:spcBef>
                <a:spcPts val="0"/>
              </a:spcBef>
              <a:spcAft>
                <a:spcPts val="0"/>
              </a:spcAft>
              <a:buClr>
                <a:srgbClr val="FFFFFF"/>
              </a:buClr>
              <a:buSzPct val="100000"/>
              <a:buNone/>
              <a:defRPr sz="3000" b="1">
                <a:solidFill>
                  <a:srgbClr val="FFFFFF"/>
                </a:solidFill>
              </a:defRPr>
            </a:lvl9pPr>
          </a:lstStyle>
          <a:p>
            <a:endParaRPr/>
          </a:p>
        </p:txBody>
      </p:sp>
      <p:sp>
        <p:nvSpPr>
          <p:cNvPr id="80" name="Shape 80"/>
          <p:cNvSpPr txBox="1">
            <a:spLocks noGrp="1"/>
          </p:cNvSpPr>
          <p:nvPr>
            <p:ph type="body" idx="1"/>
          </p:nvPr>
        </p:nvSpPr>
        <p:spPr>
          <a:xfrm>
            <a:off x="4011825" y="364950"/>
            <a:ext cx="4850400" cy="4259700"/>
          </a:xfrm>
          <a:prstGeom prst="rect">
            <a:avLst/>
          </a:prstGeom>
          <a:noFill/>
        </p:spPr>
        <p:txBody>
          <a:bodyPr lIns="91425" tIns="91425" rIns="91425" bIns="91425" anchor="t" anchorCtr="0"/>
          <a:lstStyle>
            <a:lvl1pPr lvl="0" algn="l">
              <a:lnSpc>
                <a:spcPct val="115000"/>
              </a:lnSpc>
              <a:spcBef>
                <a:spcPts val="0"/>
              </a:spcBef>
              <a:spcAft>
                <a:spcPts val="1600"/>
              </a:spcAft>
              <a:buClr>
                <a:schemeClr val="dk2"/>
              </a:buClr>
              <a:buSzPct val="100000"/>
              <a:defRPr sz="1800">
                <a:solidFill>
                  <a:schemeClr val="dk2"/>
                </a:solidFill>
              </a:defRPr>
            </a:lvl1pPr>
            <a:lvl2pPr lvl="1" algn="l">
              <a:lnSpc>
                <a:spcPct val="115000"/>
              </a:lnSpc>
              <a:spcBef>
                <a:spcPts val="0"/>
              </a:spcBef>
              <a:spcAft>
                <a:spcPts val="1600"/>
              </a:spcAft>
              <a:buClr>
                <a:schemeClr val="dk2"/>
              </a:buClr>
              <a:defRPr sz="1400">
                <a:solidFill>
                  <a:schemeClr val="dk2"/>
                </a:solidFill>
              </a:defRPr>
            </a:lvl2pPr>
            <a:lvl3pPr lvl="2" algn="l">
              <a:lnSpc>
                <a:spcPct val="115000"/>
              </a:lnSpc>
              <a:spcBef>
                <a:spcPts val="0"/>
              </a:spcBef>
              <a:spcAft>
                <a:spcPts val="1600"/>
              </a:spcAft>
              <a:buClr>
                <a:schemeClr val="dk2"/>
              </a:buClr>
              <a:defRPr sz="1400">
                <a:solidFill>
                  <a:schemeClr val="dk2"/>
                </a:solidFill>
              </a:defRPr>
            </a:lvl3pPr>
            <a:lvl4pPr lvl="3" algn="l">
              <a:lnSpc>
                <a:spcPct val="115000"/>
              </a:lnSpc>
              <a:spcBef>
                <a:spcPts val="0"/>
              </a:spcBef>
              <a:spcAft>
                <a:spcPts val="1600"/>
              </a:spcAft>
              <a:buClr>
                <a:schemeClr val="dk2"/>
              </a:buClr>
              <a:defRPr sz="1400">
                <a:solidFill>
                  <a:schemeClr val="dk2"/>
                </a:solidFill>
              </a:defRPr>
            </a:lvl4pPr>
            <a:lvl5pPr lvl="4" algn="l">
              <a:lnSpc>
                <a:spcPct val="115000"/>
              </a:lnSpc>
              <a:spcBef>
                <a:spcPts val="0"/>
              </a:spcBef>
              <a:spcAft>
                <a:spcPts val="1600"/>
              </a:spcAft>
              <a:buClr>
                <a:schemeClr val="dk2"/>
              </a:buClr>
              <a:defRPr sz="1400">
                <a:solidFill>
                  <a:schemeClr val="dk2"/>
                </a:solidFill>
              </a:defRPr>
            </a:lvl5pPr>
            <a:lvl6pPr lvl="5" algn="l">
              <a:lnSpc>
                <a:spcPct val="115000"/>
              </a:lnSpc>
              <a:spcBef>
                <a:spcPts val="0"/>
              </a:spcBef>
              <a:spcAft>
                <a:spcPts val="1600"/>
              </a:spcAft>
              <a:buClr>
                <a:schemeClr val="dk2"/>
              </a:buClr>
              <a:defRPr sz="1400">
                <a:solidFill>
                  <a:schemeClr val="dk2"/>
                </a:solidFill>
              </a:defRPr>
            </a:lvl6pPr>
            <a:lvl7pPr lvl="6" algn="l">
              <a:lnSpc>
                <a:spcPct val="115000"/>
              </a:lnSpc>
              <a:spcBef>
                <a:spcPts val="0"/>
              </a:spcBef>
              <a:spcAft>
                <a:spcPts val="1600"/>
              </a:spcAft>
              <a:buClr>
                <a:schemeClr val="dk2"/>
              </a:buClr>
              <a:defRPr sz="1400">
                <a:solidFill>
                  <a:schemeClr val="dk2"/>
                </a:solidFill>
              </a:defRPr>
            </a:lvl7pPr>
            <a:lvl8pPr lvl="7" algn="l">
              <a:lnSpc>
                <a:spcPct val="115000"/>
              </a:lnSpc>
              <a:spcBef>
                <a:spcPts val="0"/>
              </a:spcBef>
              <a:spcAft>
                <a:spcPts val="1600"/>
              </a:spcAft>
              <a:buClr>
                <a:schemeClr val="dk2"/>
              </a:buClr>
              <a:defRPr sz="1400">
                <a:solidFill>
                  <a:schemeClr val="dk2"/>
                </a:solidFill>
              </a:defRPr>
            </a:lvl8pPr>
            <a:lvl9pPr lvl="8" algn="l">
              <a:lnSpc>
                <a:spcPct val="115000"/>
              </a:lnSpc>
              <a:spcBef>
                <a:spcPts val="0"/>
              </a:spcBef>
              <a:spcAft>
                <a:spcPts val="1600"/>
              </a:spcAft>
              <a:buClr>
                <a:schemeClr val="dk2"/>
              </a:buClr>
              <a:defRPr sz="1400">
                <a:solidFill>
                  <a:schemeClr val="dk2"/>
                </a:solidFill>
              </a:defRPr>
            </a:lvl9pPr>
          </a:lstStyle>
          <a:p>
            <a:endParaRPr/>
          </a:p>
        </p:txBody>
      </p:sp>
      <p:sp>
        <p:nvSpPr>
          <p:cNvPr id="81" name="Shape 81"/>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ustom layout 5">
    <p:spTree>
      <p:nvGrpSpPr>
        <p:cNvPr id="1" name="Shape 82"/>
        <p:cNvGrpSpPr/>
        <p:nvPr/>
      </p:nvGrpSpPr>
      <p:grpSpPr>
        <a:xfrm>
          <a:off x="0" y="0"/>
          <a:ext cx="0" cy="0"/>
          <a:chOff x="0" y="0"/>
          <a:chExt cx="0" cy="0"/>
        </a:xfrm>
      </p:grpSpPr>
      <p:sp>
        <p:nvSpPr>
          <p:cNvPr id="83" name="Shape 83"/>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84" name="Shape 84"/>
          <p:cNvSpPr/>
          <p:nvPr/>
        </p:nvSpPr>
        <p:spPr>
          <a:xfrm>
            <a:off x="0" y="0"/>
            <a:ext cx="4572000" cy="51435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sp>
        <p:nvSpPr>
          <p:cNvPr id="85" name="Shape 85"/>
          <p:cNvSpPr txBox="1">
            <a:spLocks noGrp="1"/>
          </p:cNvSpPr>
          <p:nvPr>
            <p:ph type="title"/>
          </p:nvPr>
        </p:nvSpPr>
        <p:spPr>
          <a:xfrm>
            <a:off x="4852825" y="233150"/>
            <a:ext cx="4016400" cy="1181400"/>
          </a:xfrm>
          <a:prstGeom prst="rect">
            <a:avLst/>
          </a:prstGeom>
          <a:noFill/>
        </p:spPr>
        <p:txBody>
          <a:bodyPr lIns="91425" tIns="91425" rIns="91425" bIns="91425" anchor="b" anchorCtr="0"/>
          <a:lstStyle>
            <a:lvl1pPr lvl="0" algn="l">
              <a:lnSpc>
                <a:spcPct val="100000"/>
              </a:lnSpc>
              <a:spcBef>
                <a:spcPts val="0"/>
              </a:spcBef>
              <a:spcAft>
                <a:spcPts val="0"/>
              </a:spcAft>
              <a:buClr>
                <a:schemeClr val="dk1"/>
              </a:buClr>
              <a:buSzPct val="100000"/>
              <a:buNone/>
              <a:defRPr sz="3000" b="1">
                <a:solidFill>
                  <a:schemeClr val="dk1"/>
                </a:solidFill>
              </a:defRPr>
            </a:lvl1pPr>
            <a:lvl2pPr lvl="1" algn="l">
              <a:lnSpc>
                <a:spcPct val="100000"/>
              </a:lnSpc>
              <a:spcBef>
                <a:spcPts val="0"/>
              </a:spcBef>
              <a:spcAft>
                <a:spcPts val="0"/>
              </a:spcAft>
              <a:buClr>
                <a:schemeClr val="dk1"/>
              </a:buClr>
              <a:buSzPct val="100000"/>
              <a:buNone/>
              <a:defRPr sz="3000" b="1">
                <a:solidFill>
                  <a:schemeClr val="dk1"/>
                </a:solidFill>
              </a:defRPr>
            </a:lvl2pPr>
            <a:lvl3pPr lvl="2" algn="l">
              <a:lnSpc>
                <a:spcPct val="100000"/>
              </a:lnSpc>
              <a:spcBef>
                <a:spcPts val="0"/>
              </a:spcBef>
              <a:spcAft>
                <a:spcPts val="0"/>
              </a:spcAft>
              <a:buClr>
                <a:schemeClr val="dk1"/>
              </a:buClr>
              <a:buSzPct val="100000"/>
              <a:buNone/>
              <a:defRPr sz="3000" b="1">
                <a:solidFill>
                  <a:schemeClr val="dk1"/>
                </a:solidFill>
              </a:defRPr>
            </a:lvl3pPr>
            <a:lvl4pPr lvl="3" algn="l">
              <a:lnSpc>
                <a:spcPct val="100000"/>
              </a:lnSpc>
              <a:spcBef>
                <a:spcPts val="0"/>
              </a:spcBef>
              <a:spcAft>
                <a:spcPts val="0"/>
              </a:spcAft>
              <a:buClr>
                <a:schemeClr val="dk1"/>
              </a:buClr>
              <a:buSzPct val="100000"/>
              <a:buNone/>
              <a:defRPr sz="3000" b="1">
                <a:solidFill>
                  <a:schemeClr val="dk1"/>
                </a:solidFill>
              </a:defRPr>
            </a:lvl4pPr>
            <a:lvl5pPr lvl="4" algn="l">
              <a:lnSpc>
                <a:spcPct val="100000"/>
              </a:lnSpc>
              <a:spcBef>
                <a:spcPts val="0"/>
              </a:spcBef>
              <a:spcAft>
                <a:spcPts val="0"/>
              </a:spcAft>
              <a:buClr>
                <a:schemeClr val="dk1"/>
              </a:buClr>
              <a:buSzPct val="100000"/>
              <a:buNone/>
              <a:defRPr sz="3000" b="1">
                <a:solidFill>
                  <a:schemeClr val="dk1"/>
                </a:solidFill>
              </a:defRPr>
            </a:lvl5pPr>
            <a:lvl6pPr lvl="5" algn="l">
              <a:lnSpc>
                <a:spcPct val="100000"/>
              </a:lnSpc>
              <a:spcBef>
                <a:spcPts val="0"/>
              </a:spcBef>
              <a:spcAft>
                <a:spcPts val="0"/>
              </a:spcAft>
              <a:buClr>
                <a:schemeClr val="dk1"/>
              </a:buClr>
              <a:buSzPct val="100000"/>
              <a:buNone/>
              <a:defRPr sz="3000" b="1">
                <a:solidFill>
                  <a:schemeClr val="dk1"/>
                </a:solidFill>
              </a:defRPr>
            </a:lvl6pPr>
            <a:lvl7pPr lvl="6" algn="l">
              <a:lnSpc>
                <a:spcPct val="100000"/>
              </a:lnSpc>
              <a:spcBef>
                <a:spcPts val="0"/>
              </a:spcBef>
              <a:spcAft>
                <a:spcPts val="0"/>
              </a:spcAft>
              <a:buClr>
                <a:schemeClr val="dk1"/>
              </a:buClr>
              <a:buSzPct val="100000"/>
              <a:buNone/>
              <a:defRPr sz="3000" b="1">
                <a:solidFill>
                  <a:schemeClr val="dk1"/>
                </a:solidFill>
              </a:defRPr>
            </a:lvl7pPr>
            <a:lvl8pPr lvl="7" algn="l">
              <a:lnSpc>
                <a:spcPct val="100000"/>
              </a:lnSpc>
              <a:spcBef>
                <a:spcPts val="0"/>
              </a:spcBef>
              <a:spcAft>
                <a:spcPts val="0"/>
              </a:spcAft>
              <a:buClr>
                <a:schemeClr val="dk1"/>
              </a:buClr>
              <a:buSzPct val="100000"/>
              <a:buNone/>
              <a:defRPr sz="3000" b="1">
                <a:solidFill>
                  <a:schemeClr val="dk1"/>
                </a:solidFill>
              </a:defRPr>
            </a:lvl8pPr>
            <a:lvl9pPr lvl="8" algn="l">
              <a:lnSpc>
                <a:spcPct val="100000"/>
              </a:lnSpc>
              <a:spcBef>
                <a:spcPts val="0"/>
              </a:spcBef>
              <a:spcAft>
                <a:spcPts val="0"/>
              </a:spcAft>
              <a:buClr>
                <a:schemeClr val="dk1"/>
              </a:buClr>
              <a:buSzPct val="100000"/>
              <a:buNone/>
              <a:defRPr sz="3000" b="1">
                <a:solidFill>
                  <a:schemeClr val="dk1"/>
                </a:solidFill>
              </a:defRPr>
            </a:lvl9pPr>
          </a:lstStyle>
          <a:p>
            <a:endParaRPr/>
          </a:p>
        </p:txBody>
      </p:sp>
      <p:sp>
        <p:nvSpPr>
          <p:cNvPr id="86" name="Shape 86"/>
          <p:cNvSpPr txBox="1">
            <a:spLocks noGrp="1"/>
          </p:cNvSpPr>
          <p:nvPr>
            <p:ph type="body" idx="1"/>
          </p:nvPr>
        </p:nvSpPr>
        <p:spPr>
          <a:xfrm>
            <a:off x="4852900" y="1672726"/>
            <a:ext cx="4016400" cy="2990400"/>
          </a:xfrm>
          <a:prstGeom prst="rect">
            <a:avLst/>
          </a:prstGeom>
          <a:noFill/>
        </p:spPr>
        <p:txBody>
          <a:bodyPr lIns="91425" tIns="91425" rIns="91425" bIns="91425" anchor="t" anchorCtr="0"/>
          <a:lstStyle>
            <a:lvl1pPr lvl="0" algn="l">
              <a:lnSpc>
                <a:spcPct val="115000"/>
              </a:lnSpc>
              <a:spcBef>
                <a:spcPts val="0"/>
              </a:spcBef>
              <a:spcAft>
                <a:spcPts val="1600"/>
              </a:spcAft>
              <a:buClr>
                <a:schemeClr val="dk2"/>
              </a:buClr>
              <a:buSzPct val="100000"/>
              <a:defRPr sz="1600">
                <a:solidFill>
                  <a:schemeClr val="dk2"/>
                </a:solidFill>
              </a:defRPr>
            </a:lvl1pPr>
            <a:lvl2pPr lvl="1" algn="l">
              <a:lnSpc>
                <a:spcPct val="115000"/>
              </a:lnSpc>
              <a:spcBef>
                <a:spcPts val="0"/>
              </a:spcBef>
              <a:spcAft>
                <a:spcPts val="1600"/>
              </a:spcAft>
              <a:buClr>
                <a:schemeClr val="dk2"/>
              </a:buClr>
              <a:defRPr sz="1400">
                <a:solidFill>
                  <a:schemeClr val="dk2"/>
                </a:solidFill>
              </a:defRPr>
            </a:lvl2pPr>
            <a:lvl3pPr lvl="2" algn="l">
              <a:lnSpc>
                <a:spcPct val="115000"/>
              </a:lnSpc>
              <a:spcBef>
                <a:spcPts val="0"/>
              </a:spcBef>
              <a:spcAft>
                <a:spcPts val="1600"/>
              </a:spcAft>
              <a:buClr>
                <a:schemeClr val="dk2"/>
              </a:buClr>
              <a:defRPr sz="1400">
                <a:solidFill>
                  <a:schemeClr val="dk2"/>
                </a:solidFill>
              </a:defRPr>
            </a:lvl3pPr>
            <a:lvl4pPr lvl="3" algn="l">
              <a:lnSpc>
                <a:spcPct val="115000"/>
              </a:lnSpc>
              <a:spcBef>
                <a:spcPts val="0"/>
              </a:spcBef>
              <a:spcAft>
                <a:spcPts val="1600"/>
              </a:spcAft>
              <a:buClr>
                <a:schemeClr val="dk2"/>
              </a:buClr>
              <a:defRPr sz="1400">
                <a:solidFill>
                  <a:schemeClr val="dk2"/>
                </a:solidFill>
              </a:defRPr>
            </a:lvl4pPr>
            <a:lvl5pPr lvl="4" algn="l">
              <a:lnSpc>
                <a:spcPct val="115000"/>
              </a:lnSpc>
              <a:spcBef>
                <a:spcPts val="0"/>
              </a:spcBef>
              <a:spcAft>
                <a:spcPts val="1600"/>
              </a:spcAft>
              <a:buClr>
                <a:schemeClr val="dk2"/>
              </a:buClr>
              <a:defRPr sz="1400">
                <a:solidFill>
                  <a:schemeClr val="dk2"/>
                </a:solidFill>
              </a:defRPr>
            </a:lvl5pPr>
            <a:lvl6pPr lvl="5" algn="l">
              <a:lnSpc>
                <a:spcPct val="115000"/>
              </a:lnSpc>
              <a:spcBef>
                <a:spcPts val="0"/>
              </a:spcBef>
              <a:spcAft>
                <a:spcPts val="1600"/>
              </a:spcAft>
              <a:buClr>
                <a:schemeClr val="dk2"/>
              </a:buClr>
              <a:defRPr sz="1400">
                <a:solidFill>
                  <a:schemeClr val="dk2"/>
                </a:solidFill>
              </a:defRPr>
            </a:lvl6pPr>
            <a:lvl7pPr lvl="6" algn="l">
              <a:lnSpc>
                <a:spcPct val="115000"/>
              </a:lnSpc>
              <a:spcBef>
                <a:spcPts val="0"/>
              </a:spcBef>
              <a:spcAft>
                <a:spcPts val="1600"/>
              </a:spcAft>
              <a:buClr>
                <a:schemeClr val="dk2"/>
              </a:buClr>
              <a:defRPr sz="1400">
                <a:solidFill>
                  <a:schemeClr val="dk2"/>
                </a:solidFill>
              </a:defRPr>
            </a:lvl7pPr>
            <a:lvl8pPr lvl="7" algn="l">
              <a:lnSpc>
                <a:spcPct val="115000"/>
              </a:lnSpc>
              <a:spcBef>
                <a:spcPts val="0"/>
              </a:spcBef>
              <a:spcAft>
                <a:spcPts val="1600"/>
              </a:spcAft>
              <a:buClr>
                <a:schemeClr val="dk2"/>
              </a:buClr>
              <a:defRPr sz="1400">
                <a:solidFill>
                  <a:schemeClr val="dk2"/>
                </a:solidFill>
              </a:defRPr>
            </a:lvl8pPr>
            <a:lvl9pPr lvl="8" algn="l">
              <a:lnSpc>
                <a:spcPct val="115000"/>
              </a:lnSpc>
              <a:spcBef>
                <a:spcPts val="0"/>
              </a:spcBef>
              <a:spcAft>
                <a:spcPts val="1600"/>
              </a:spcAft>
              <a:buClr>
                <a:schemeClr val="dk2"/>
              </a:buClr>
              <a:defRPr sz="1400">
                <a:solidFill>
                  <a:schemeClr val="dk2"/>
                </a:solidFill>
              </a:defRPr>
            </a:lvl9pPr>
          </a:lstStyle>
          <a:p>
            <a:endParaRPr/>
          </a:p>
        </p:txBody>
      </p:sp>
      <p:sp>
        <p:nvSpPr>
          <p:cNvPr id="87" name="Shape 87"/>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ustom layout 6">
    <p:spTree>
      <p:nvGrpSpPr>
        <p:cNvPr id="1" name="Shape 88"/>
        <p:cNvGrpSpPr/>
        <p:nvPr/>
      </p:nvGrpSpPr>
      <p:grpSpPr>
        <a:xfrm>
          <a:off x="0" y="0"/>
          <a:ext cx="0" cy="0"/>
          <a:chOff x="0" y="0"/>
          <a:chExt cx="0" cy="0"/>
        </a:xfrm>
      </p:grpSpPr>
      <p:sp>
        <p:nvSpPr>
          <p:cNvPr id="89" name="Shape 89"/>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90" name="Shape 90"/>
          <p:cNvSpPr txBox="1">
            <a:spLocks noGrp="1"/>
          </p:cNvSpPr>
          <p:nvPr>
            <p:ph type="title"/>
          </p:nvPr>
        </p:nvSpPr>
        <p:spPr>
          <a:xfrm>
            <a:off x="351600" y="2736850"/>
            <a:ext cx="3997500" cy="1389600"/>
          </a:xfrm>
          <a:prstGeom prst="rect">
            <a:avLst/>
          </a:prstGeom>
          <a:noFill/>
        </p:spPr>
        <p:txBody>
          <a:bodyPr lIns="91425" tIns="91425" rIns="91425" bIns="91425" anchor="ctr" anchorCtr="0"/>
          <a:lstStyle>
            <a:lvl1pPr lvl="0" algn="l">
              <a:lnSpc>
                <a:spcPct val="100000"/>
              </a:lnSpc>
              <a:spcBef>
                <a:spcPts val="0"/>
              </a:spcBef>
              <a:spcAft>
                <a:spcPts val="0"/>
              </a:spcAft>
              <a:buNone/>
              <a:defRPr sz="2800" b="1">
                <a:solidFill>
                  <a:srgbClr val="212121"/>
                </a:solidFill>
              </a:defRPr>
            </a:lvl1pPr>
            <a:lvl2pPr lvl="1" algn="l">
              <a:lnSpc>
                <a:spcPct val="100000"/>
              </a:lnSpc>
              <a:spcBef>
                <a:spcPts val="0"/>
              </a:spcBef>
              <a:spcAft>
                <a:spcPts val="0"/>
              </a:spcAft>
              <a:buNone/>
              <a:defRPr sz="2800" b="1">
                <a:solidFill>
                  <a:srgbClr val="212121"/>
                </a:solidFill>
              </a:defRPr>
            </a:lvl2pPr>
            <a:lvl3pPr lvl="2" algn="l">
              <a:lnSpc>
                <a:spcPct val="100000"/>
              </a:lnSpc>
              <a:spcBef>
                <a:spcPts val="0"/>
              </a:spcBef>
              <a:spcAft>
                <a:spcPts val="0"/>
              </a:spcAft>
              <a:buNone/>
              <a:defRPr sz="2800" b="1">
                <a:solidFill>
                  <a:srgbClr val="212121"/>
                </a:solidFill>
              </a:defRPr>
            </a:lvl3pPr>
            <a:lvl4pPr lvl="3" algn="l">
              <a:lnSpc>
                <a:spcPct val="100000"/>
              </a:lnSpc>
              <a:spcBef>
                <a:spcPts val="0"/>
              </a:spcBef>
              <a:spcAft>
                <a:spcPts val="0"/>
              </a:spcAft>
              <a:buNone/>
              <a:defRPr sz="2800" b="1">
                <a:solidFill>
                  <a:srgbClr val="212121"/>
                </a:solidFill>
              </a:defRPr>
            </a:lvl4pPr>
            <a:lvl5pPr lvl="4" algn="l">
              <a:lnSpc>
                <a:spcPct val="100000"/>
              </a:lnSpc>
              <a:spcBef>
                <a:spcPts val="0"/>
              </a:spcBef>
              <a:spcAft>
                <a:spcPts val="0"/>
              </a:spcAft>
              <a:buNone/>
              <a:defRPr sz="2800" b="1">
                <a:solidFill>
                  <a:srgbClr val="212121"/>
                </a:solidFill>
              </a:defRPr>
            </a:lvl5pPr>
            <a:lvl6pPr lvl="5" algn="l">
              <a:lnSpc>
                <a:spcPct val="100000"/>
              </a:lnSpc>
              <a:spcBef>
                <a:spcPts val="0"/>
              </a:spcBef>
              <a:spcAft>
                <a:spcPts val="0"/>
              </a:spcAft>
              <a:buNone/>
              <a:defRPr sz="2800" b="1">
                <a:solidFill>
                  <a:srgbClr val="212121"/>
                </a:solidFill>
              </a:defRPr>
            </a:lvl6pPr>
            <a:lvl7pPr lvl="6" algn="l">
              <a:lnSpc>
                <a:spcPct val="100000"/>
              </a:lnSpc>
              <a:spcBef>
                <a:spcPts val="0"/>
              </a:spcBef>
              <a:spcAft>
                <a:spcPts val="0"/>
              </a:spcAft>
              <a:buNone/>
              <a:defRPr sz="2800" b="1">
                <a:solidFill>
                  <a:srgbClr val="212121"/>
                </a:solidFill>
              </a:defRPr>
            </a:lvl7pPr>
            <a:lvl8pPr lvl="7" algn="l">
              <a:lnSpc>
                <a:spcPct val="100000"/>
              </a:lnSpc>
              <a:spcBef>
                <a:spcPts val="0"/>
              </a:spcBef>
              <a:spcAft>
                <a:spcPts val="0"/>
              </a:spcAft>
              <a:buNone/>
              <a:defRPr sz="2800" b="1">
                <a:solidFill>
                  <a:srgbClr val="212121"/>
                </a:solidFill>
              </a:defRPr>
            </a:lvl8pPr>
            <a:lvl9pPr lvl="8" algn="l">
              <a:lnSpc>
                <a:spcPct val="100000"/>
              </a:lnSpc>
              <a:spcBef>
                <a:spcPts val="0"/>
              </a:spcBef>
              <a:spcAft>
                <a:spcPts val="0"/>
              </a:spcAft>
              <a:buNone/>
              <a:defRPr sz="2800" b="1">
                <a:solidFill>
                  <a:srgbClr val="212121"/>
                </a:solidFill>
              </a:defRPr>
            </a:lvl9pPr>
          </a:lstStyle>
          <a:p>
            <a:endParaRPr/>
          </a:p>
        </p:txBody>
      </p:sp>
      <p:sp>
        <p:nvSpPr>
          <p:cNvPr id="91" name="Shape 91"/>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ustom layout 7">
    <p:spTree>
      <p:nvGrpSpPr>
        <p:cNvPr id="1" name="Shape 92"/>
        <p:cNvGrpSpPr/>
        <p:nvPr/>
      </p:nvGrpSpPr>
      <p:grpSpPr>
        <a:xfrm>
          <a:off x="0" y="0"/>
          <a:ext cx="0" cy="0"/>
          <a:chOff x="0" y="0"/>
          <a:chExt cx="0" cy="0"/>
        </a:xfrm>
      </p:grpSpPr>
      <p:sp>
        <p:nvSpPr>
          <p:cNvPr id="93" name="Shape 93"/>
          <p:cNvSpPr/>
          <p:nvPr/>
        </p:nvSpPr>
        <p:spPr>
          <a:xfrm>
            <a:off x="0" y="0"/>
            <a:ext cx="9144000" cy="5143500"/>
          </a:xfrm>
          <a:prstGeom prst="rect">
            <a:avLst/>
          </a:prstGeom>
          <a:solidFill>
            <a:schemeClr val="dk1"/>
          </a:solidFill>
          <a:ln>
            <a:noFill/>
          </a:ln>
        </p:spPr>
        <p:txBody>
          <a:bodyPr lIns="91425" tIns="91425" rIns="91425" bIns="91425" anchor="ctr" anchorCtr="0">
            <a:noAutofit/>
          </a:bodyPr>
          <a:lstStyle/>
          <a:p>
            <a:pPr lvl="0">
              <a:spcBef>
                <a:spcPts val="0"/>
              </a:spcBef>
              <a:buNone/>
            </a:pPr>
            <a:endParaRPr/>
          </a:p>
        </p:txBody>
      </p:sp>
      <p:sp>
        <p:nvSpPr>
          <p:cNvPr id="94" name="Shape 94"/>
          <p:cNvSpPr txBox="1">
            <a:spLocks noGrp="1"/>
          </p:cNvSpPr>
          <p:nvPr>
            <p:ph type="title"/>
          </p:nvPr>
        </p:nvSpPr>
        <p:spPr>
          <a:xfrm>
            <a:off x="339575" y="851900"/>
            <a:ext cx="4756200" cy="3420600"/>
          </a:xfrm>
          <a:prstGeom prst="rect">
            <a:avLst/>
          </a:prstGeom>
          <a:noFill/>
        </p:spPr>
        <p:txBody>
          <a:bodyPr lIns="91425" tIns="91425" rIns="91425" bIns="91425" anchor="ctr" anchorCtr="0"/>
          <a:lstStyle>
            <a:lvl1pPr lvl="0" algn="l">
              <a:lnSpc>
                <a:spcPct val="100000"/>
              </a:lnSpc>
              <a:spcBef>
                <a:spcPts val="0"/>
              </a:spcBef>
              <a:spcAft>
                <a:spcPts val="0"/>
              </a:spcAft>
              <a:buClr>
                <a:schemeClr val="lt1"/>
              </a:buClr>
              <a:buSzPct val="100000"/>
              <a:buNone/>
              <a:defRPr sz="3600" b="1">
                <a:solidFill>
                  <a:schemeClr val="lt1"/>
                </a:solidFill>
              </a:defRPr>
            </a:lvl1pPr>
            <a:lvl2pPr lvl="1" algn="l">
              <a:lnSpc>
                <a:spcPct val="100000"/>
              </a:lnSpc>
              <a:spcBef>
                <a:spcPts val="0"/>
              </a:spcBef>
              <a:spcAft>
                <a:spcPts val="0"/>
              </a:spcAft>
              <a:buClr>
                <a:schemeClr val="lt1"/>
              </a:buClr>
              <a:buSzPct val="100000"/>
              <a:buNone/>
              <a:defRPr sz="3600" b="1">
                <a:solidFill>
                  <a:schemeClr val="lt1"/>
                </a:solidFill>
              </a:defRPr>
            </a:lvl2pPr>
            <a:lvl3pPr lvl="2" algn="l">
              <a:lnSpc>
                <a:spcPct val="100000"/>
              </a:lnSpc>
              <a:spcBef>
                <a:spcPts val="0"/>
              </a:spcBef>
              <a:spcAft>
                <a:spcPts val="0"/>
              </a:spcAft>
              <a:buClr>
                <a:schemeClr val="lt1"/>
              </a:buClr>
              <a:buSzPct val="100000"/>
              <a:buNone/>
              <a:defRPr sz="3600" b="1">
                <a:solidFill>
                  <a:schemeClr val="lt1"/>
                </a:solidFill>
              </a:defRPr>
            </a:lvl3pPr>
            <a:lvl4pPr lvl="3" algn="l">
              <a:lnSpc>
                <a:spcPct val="100000"/>
              </a:lnSpc>
              <a:spcBef>
                <a:spcPts val="0"/>
              </a:spcBef>
              <a:spcAft>
                <a:spcPts val="0"/>
              </a:spcAft>
              <a:buClr>
                <a:schemeClr val="lt1"/>
              </a:buClr>
              <a:buSzPct val="100000"/>
              <a:buNone/>
              <a:defRPr sz="3600" b="1">
                <a:solidFill>
                  <a:schemeClr val="lt1"/>
                </a:solidFill>
              </a:defRPr>
            </a:lvl4pPr>
            <a:lvl5pPr lvl="4" algn="l">
              <a:lnSpc>
                <a:spcPct val="100000"/>
              </a:lnSpc>
              <a:spcBef>
                <a:spcPts val="0"/>
              </a:spcBef>
              <a:spcAft>
                <a:spcPts val="0"/>
              </a:spcAft>
              <a:buClr>
                <a:schemeClr val="lt1"/>
              </a:buClr>
              <a:buSzPct val="100000"/>
              <a:buNone/>
              <a:defRPr sz="3600" b="1">
                <a:solidFill>
                  <a:schemeClr val="lt1"/>
                </a:solidFill>
              </a:defRPr>
            </a:lvl5pPr>
            <a:lvl6pPr lvl="5" algn="l">
              <a:lnSpc>
                <a:spcPct val="100000"/>
              </a:lnSpc>
              <a:spcBef>
                <a:spcPts val="0"/>
              </a:spcBef>
              <a:spcAft>
                <a:spcPts val="0"/>
              </a:spcAft>
              <a:buClr>
                <a:schemeClr val="lt1"/>
              </a:buClr>
              <a:buSzPct val="100000"/>
              <a:buNone/>
              <a:defRPr sz="3600" b="1">
                <a:solidFill>
                  <a:schemeClr val="lt1"/>
                </a:solidFill>
              </a:defRPr>
            </a:lvl6pPr>
            <a:lvl7pPr lvl="6" algn="l">
              <a:lnSpc>
                <a:spcPct val="100000"/>
              </a:lnSpc>
              <a:spcBef>
                <a:spcPts val="0"/>
              </a:spcBef>
              <a:spcAft>
                <a:spcPts val="0"/>
              </a:spcAft>
              <a:buClr>
                <a:schemeClr val="lt1"/>
              </a:buClr>
              <a:buSzPct val="100000"/>
              <a:buNone/>
              <a:defRPr sz="3600" b="1">
                <a:solidFill>
                  <a:schemeClr val="lt1"/>
                </a:solidFill>
              </a:defRPr>
            </a:lvl7pPr>
            <a:lvl8pPr lvl="7" algn="l">
              <a:lnSpc>
                <a:spcPct val="100000"/>
              </a:lnSpc>
              <a:spcBef>
                <a:spcPts val="0"/>
              </a:spcBef>
              <a:spcAft>
                <a:spcPts val="0"/>
              </a:spcAft>
              <a:buClr>
                <a:schemeClr val="lt1"/>
              </a:buClr>
              <a:buSzPct val="100000"/>
              <a:buNone/>
              <a:defRPr sz="3600" b="1">
                <a:solidFill>
                  <a:schemeClr val="lt1"/>
                </a:solidFill>
              </a:defRPr>
            </a:lvl8pPr>
            <a:lvl9pPr lvl="8" algn="l">
              <a:lnSpc>
                <a:spcPct val="100000"/>
              </a:lnSpc>
              <a:spcBef>
                <a:spcPts val="0"/>
              </a:spcBef>
              <a:spcAft>
                <a:spcPts val="0"/>
              </a:spcAft>
              <a:buClr>
                <a:schemeClr val="lt1"/>
              </a:buClr>
              <a:buSzPct val="100000"/>
              <a:buNone/>
              <a:defRPr sz="3600" b="1">
                <a:solidFill>
                  <a:schemeClr val="lt1"/>
                </a:solidFill>
              </a:defRPr>
            </a:lvl9pPr>
          </a:lstStyle>
          <a:p>
            <a:endParaRPr/>
          </a:p>
        </p:txBody>
      </p:sp>
      <p:sp>
        <p:nvSpPr>
          <p:cNvPr id="95" name="Shape 95"/>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lt1"/>
                </a:solidFill>
              </a:rPr>
              <a:t>‹#›</a:t>
            </a:fld>
            <a:endParaRPr lang="en" sz="1000">
              <a:solidFill>
                <a:schemeClr val="lt1"/>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ustom layout 4">
    <p:spTree>
      <p:nvGrpSpPr>
        <p:cNvPr id="1" name="Shape 96"/>
        <p:cNvGrpSpPr/>
        <p:nvPr/>
      </p:nvGrpSpPr>
      <p:grpSpPr>
        <a:xfrm>
          <a:off x="0" y="0"/>
          <a:ext cx="0" cy="0"/>
          <a:chOff x="0" y="0"/>
          <a:chExt cx="0" cy="0"/>
        </a:xfrm>
      </p:grpSpPr>
      <p:sp>
        <p:nvSpPr>
          <p:cNvPr id="97" name="Shape 97"/>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98" name="Shape 98"/>
          <p:cNvSpPr txBox="1">
            <a:spLocks noGrp="1"/>
          </p:cNvSpPr>
          <p:nvPr>
            <p:ph type="title"/>
          </p:nvPr>
        </p:nvSpPr>
        <p:spPr>
          <a:xfrm>
            <a:off x="291875" y="406900"/>
            <a:ext cx="4813500" cy="1388700"/>
          </a:xfrm>
          <a:prstGeom prst="rect">
            <a:avLst/>
          </a:prstGeom>
          <a:noFill/>
        </p:spPr>
        <p:txBody>
          <a:bodyPr lIns="91425" tIns="91425" rIns="91425" bIns="91425" anchor="b" anchorCtr="0"/>
          <a:lstStyle>
            <a:lvl1pPr lvl="0" algn="l">
              <a:lnSpc>
                <a:spcPct val="100000"/>
              </a:lnSpc>
              <a:spcBef>
                <a:spcPts val="0"/>
              </a:spcBef>
              <a:spcAft>
                <a:spcPts val="0"/>
              </a:spcAft>
              <a:buClr>
                <a:schemeClr val="dk1"/>
              </a:buClr>
              <a:buSzPct val="100000"/>
              <a:buNone/>
              <a:defRPr sz="3000">
                <a:solidFill>
                  <a:schemeClr val="dk1"/>
                </a:solidFill>
              </a:defRPr>
            </a:lvl1pPr>
            <a:lvl2pPr lvl="1" algn="l">
              <a:lnSpc>
                <a:spcPct val="100000"/>
              </a:lnSpc>
              <a:spcBef>
                <a:spcPts val="0"/>
              </a:spcBef>
              <a:spcAft>
                <a:spcPts val="0"/>
              </a:spcAft>
              <a:buClr>
                <a:schemeClr val="dk1"/>
              </a:buClr>
              <a:buSzPct val="100000"/>
              <a:buNone/>
              <a:defRPr sz="3000">
                <a:solidFill>
                  <a:schemeClr val="dk1"/>
                </a:solidFill>
              </a:defRPr>
            </a:lvl2pPr>
            <a:lvl3pPr lvl="2" algn="l">
              <a:lnSpc>
                <a:spcPct val="100000"/>
              </a:lnSpc>
              <a:spcBef>
                <a:spcPts val="0"/>
              </a:spcBef>
              <a:spcAft>
                <a:spcPts val="0"/>
              </a:spcAft>
              <a:buClr>
                <a:schemeClr val="dk1"/>
              </a:buClr>
              <a:buSzPct val="100000"/>
              <a:buNone/>
              <a:defRPr sz="3000">
                <a:solidFill>
                  <a:schemeClr val="dk1"/>
                </a:solidFill>
              </a:defRPr>
            </a:lvl3pPr>
            <a:lvl4pPr lvl="3" algn="l">
              <a:lnSpc>
                <a:spcPct val="100000"/>
              </a:lnSpc>
              <a:spcBef>
                <a:spcPts val="0"/>
              </a:spcBef>
              <a:spcAft>
                <a:spcPts val="0"/>
              </a:spcAft>
              <a:buClr>
                <a:schemeClr val="dk1"/>
              </a:buClr>
              <a:buSzPct val="100000"/>
              <a:buNone/>
              <a:defRPr sz="3000">
                <a:solidFill>
                  <a:schemeClr val="dk1"/>
                </a:solidFill>
              </a:defRPr>
            </a:lvl4pPr>
            <a:lvl5pPr lvl="4" algn="l">
              <a:lnSpc>
                <a:spcPct val="100000"/>
              </a:lnSpc>
              <a:spcBef>
                <a:spcPts val="0"/>
              </a:spcBef>
              <a:spcAft>
                <a:spcPts val="0"/>
              </a:spcAft>
              <a:buClr>
                <a:schemeClr val="dk1"/>
              </a:buClr>
              <a:buSzPct val="100000"/>
              <a:buNone/>
              <a:defRPr sz="3000">
                <a:solidFill>
                  <a:schemeClr val="dk1"/>
                </a:solidFill>
              </a:defRPr>
            </a:lvl5pPr>
            <a:lvl6pPr lvl="5" algn="l">
              <a:lnSpc>
                <a:spcPct val="100000"/>
              </a:lnSpc>
              <a:spcBef>
                <a:spcPts val="0"/>
              </a:spcBef>
              <a:spcAft>
                <a:spcPts val="0"/>
              </a:spcAft>
              <a:buClr>
                <a:schemeClr val="dk1"/>
              </a:buClr>
              <a:buSzPct val="100000"/>
              <a:buNone/>
              <a:defRPr sz="3000">
                <a:solidFill>
                  <a:schemeClr val="dk1"/>
                </a:solidFill>
              </a:defRPr>
            </a:lvl6pPr>
            <a:lvl7pPr lvl="6" algn="l">
              <a:lnSpc>
                <a:spcPct val="100000"/>
              </a:lnSpc>
              <a:spcBef>
                <a:spcPts val="0"/>
              </a:spcBef>
              <a:spcAft>
                <a:spcPts val="0"/>
              </a:spcAft>
              <a:buClr>
                <a:schemeClr val="dk1"/>
              </a:buClr>
              <a:buSzPct val="100000"/>
              <a:buNone/>
              <a:defRPr sz="3000">
                <a:solidFill>
                  <a:schemeClr val="dk1"/>
                </a:solidFill>
              </a:defRPr>
            </a:lvl7pPr>
            <a:lvl8pPr lvl="7" algn="l">
              <a:lnSpc>
                <a:spcPct val="100000"/>
              </a:lnSpc>
              <a:spcBef>
                <a:spcPts val="0"/>
              </a:spcBef>
              <a:spcAft>
                <a:spcPts val="0"/>
              </a:spcAft>
              <a:buClr>
                <a:schemeClr val="dk1"/>
              </a:buClr>
              <a:buSzPct val="100000"/>
              <a:buNone/>
              <a:defRPr sz="3000">
                <a:solidFill>
                  <a:schemeClr val="dk1"/>
                </a:solidFill>
              </a:defRPr>
            </a:lvl8pPr>
            <a:lvl9pPr lvl="8" algn="l">
              <a:lnSpc>
                <a:spcPct val="100000"/>
              </a:lnSpc>
              <a:spcBef>
                <a:spcPts val="0"/>
              </a:spcBef>
              <a:spcAft>
                <a:spcPts val="0"/>
              </a:spcAft>
              <a:buClr>
                <a:schemeClr val="dk1"/>
              </a:buClr>
              <a:buSzPct val="100000"/>
              <a:buNone/>
              <a:defRPr sz="3000">
                <a:solidFill>
                  <a:schemeClr val="dk1"/>
                </a:solidFill>
              </a:defRPr>
            </a:lvl9pPr>
          </a:lstStyle>
          <a:p>
            <a:endParaRPr/>
          </a:p>
        </p:txBody>
      </p:sp>
      <p:sp>
        <p:nvSpPr>
          <p:cNvPr id="99" name="Shape 99"/>
          <p:cNvSpPr txBox="1">
            <a:spLocks noGrp="1"/>
          </p:cNvSpPr>
          <p:nvPr>
            <p:ph type="body" idx="1"/>
          </p:nvPr>
        </p:nvSpPr>
        <p:spPr>
          <a:xfrm>
            <a:off x="291975" y="1854951"/>
            <a:ext cx="4813500" cy="2577000"/>
          </a:xfrm>
          <a:prstGeom prst="rect">
            <a:avLst/>
          </a:prstGeom>
          <a:noFill/>
        </p:spPr>
        <p:txBody>
          <a:bodyPr lIns="91425" tIns="91425" rIns="91425" bIns="91425" anchor="t" anchorCtr="0"/>
          <a:lstStyle>
            <a:lvl1pPr lvl="0" algn="l">
              <a:lnSpc>
                <a:spcPct val="115000"/>
              </a:lnSpc>
              <a:spcBef>
                <a:spcPts val="0"/>
              </a:spcBef>
              <a:spcAft>
                <a:spcPts val="1600"/>
              </a:spcAft>
              <a:buClr>
                <a:schemeClr val="dk2"/>
              </a:buClr>
              <a:buSzPct val="100000"/>
              <a:defRPr sz="1600">
                <a:solidFill>
                  <a:schemeClr val="dk2"/>
                </a:solidFill>
              </a:defRPr>
            </a:lvl1pPr>
            <a:lvl2pPr lvl="1" algn="l">
              <a:lnSpc>
                <a:spcPct val="115000"/>
              </a:lnSpc>
              <a:spcBef>
                <a:spcPts val="0"/>
              </a:spcBef>
              <a:spcAft>
                <a:spcPts val="1600"/>
              </a:spcAft>
              <a:buClr>
                <a:schemeClr val="dk2"/>
              </a:buClr>
              <a:defRPr sz="1400">
                <a:solidFill>
                  <a:schemeClr val="dk2"/>
                </a:solidFill>
              </a:defRPr>
            </a:lvl2pPr>
            <a:lvl3pPr lvl="2" algn="l">
              <a:lnSpc>
                <a:spcPct val="115000"/>
              </a:lnSpc>
              <a:spcBef>
                <a:spcPts val="0"/>
              </a:spcBef>
              <a:spcAft>
                <a:spcPts val="1600"/>
              </a:spcAft>
              <a:buClr>
                <a:schemeClr val="dk2"/>
              </a:buClr>
              <a:defRPr sz="1400">
                <a:solidFill>
                  <a:schemeClr val="dk2"/>
                </a:solidFill>
              </a:defRPr>
            </a:lvl3pPr>
            <a:lvl4pPr lvl="3" algn="l">
              <a:lnSpc>
                <a:spcPct val="115000"/>
              </a:lnSpc>
              <a:spcBef>
                <a:spcPts val="0"/>
              </a:spcBef>
              <a:spcAft>
                <a:spcPts val="1600"/>
              </a:spcAft>
              <a:buClr>
                <a:schemeClr val="dk2"/>
              </a:buClr>
              <a:defRPr sz="1400">
                <a:solidFill>
                  <a:schemeClr val="dk2"/>
                </a:solidFill>
              </a:defRPr>
            </a:lvl4pPr>
            <a:lvl5pPr lvl="4" algn="l">
              <a:lnSpc>
                <a:spcPct val="115000"/>
              </a:lnSpc>
              <a:spcBef>
                <a:spcPts val="0"/>
              </a:spcBef>
              <a:spcAft>
                <a:spcPts val="1600"/>
              </a:spcAft>
              <a:buClr>
                <a:schemeClr val="dk2"/>
              </a:buClr>
              <a:defRPr sz="1400">
                <a:solidFill>
                  <a:schemeClr val="dk2"/>
                </a:solidFill>
              </a:defRPr>
            </a:lvl5pPr>
            <a:lvl6pPr lvl="5" algn="l">
              <a:lnSpc>
                <a:spcPct val="115000"/>
              </a:lnSpc>
              <a:spcBef>
                <a:spcPts val="0"/>
              </a:spcBef>
              <a:spcAft>
                <a:spcPts val="1600"/>
              </a:spcAft>
              <a:buClr>
                <a:schemeClr val="dk2"/>
              </a:buClr>
              <a:defRPr sz="1400">
                <a:solidFill>
                  <a:schemeClr val="dk2"/>
                </a:solidFill>
              </a:defRPr>
            </a:lvl6pPr>
            <a:lvl7pPr lvl="6" algn="l">
              <a:lnSpc>
                <a:spcPct val="115000"/>
              </a:lnSpc>
              <a:spcBef>
                <a:spcPts val="0"/>
              </a:spcBef>
              <a:spcAft>
                <a:spcPts val="1600"/>
              </a:spcAft>
              <a:buClr>
                <a:schemeClr val="dk2"/>
              </a:buClr>
              <a:defRPr sz="1400">
                <a:solidFill>
                  <a:schemeClr val="dk2"/>
                </a:solidFill>
              </a:defRPr>
            </a:lvl7pPr>
            <a:lvl8pPr lvl="7" algn="l">
              <a:lnSpc>
                <a:spcPct val="115000"/>
              </a:lnSpc>
              <a:spcBef>
                <a:spcPts val="0"/>
              </a:spcBef>
              <a:spcAft>
                <a:spcPts val="1600"/>
              </a:spcAft>
              <a:buClr>
                <a:schemeClr val="dk2"/>
              </a:buClr>
              <a:defRPr sz="1400">
                <a:solidFill>
                  <a:schemeClr val="dk2"/>
                </a:solidFill>
              </a:defRPr>
            </a:lvl8pPr>
            <a:lvl9pPr lvl="8" algn="l">
              <a:lnSpc>
                <a:spcPct val="115000"/>
              </a:lnSpc>
              <a:spcBef>
                <a:spcPts val="0"/>
              </a:spcBef>
              <a:spcAft>
                <a:spcPts val="1600"/>
              </a:spcAft>
              <a:buClr>
                <a:schemeClr val="dk2"/>
              </a:buClr>
              <a:defRPr sz="1400">
                <a:solidFill>
                  <a:schemeClr val="dk2"/>
                </a:solidFill>
              </a:defRPr>
            </a:lvl9pPr>
          </a:lstStyle>
          <a:p>
            <a:endParaRPr/>
          </a:p>
        </p:txBody>
      </p:sp>
      <p:sp>
        <p:nvSpPr>
          <p:cNvPr id="100" name="Shape 100"/>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ustom layout 11">
    <p:spTree>
      <p:nvGrpSpPr>
        <p:cNvPr id="1" name="Shape 101"/>
        <p:cNvGrpSpPr/>
        <p:nvPr/>
      </p:nvGrpSpPr>
      <p:grpSpPr>
        <a:xfrm>
          <a:off x="0" y="0"/>
          <a:ext cx="0" cy="0"/>
          <a:chOff x="0" y="0"/>
          <a:chExt cx="0" cy="0"/>
        </a:xfrm>
      </p:grpSpPr>
      <p:sp>
        <p:nvSpPr>
          <p:cNvPr id="102" name="Shape 102"/>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03" name="Shape 103"/>
          <p:cNvSpPr txBox="1">
            <a:spLocks noGrp="1"/>
          </p:cNvSpPr>
          <p:nvPr>
            <p:ph type="title"/>
          </p:nvPr>
        </p:nvSpPr>
        <p:spPr>
          <a:xfrm>
            <a:off x="232878" y="219975"/>
            <a:ext cx="2336400" cy="915000"/>
          </a:xfrm>
          <a:prstGeom prst="rect">
            <a:avLst/>
          </a:prstGeom>
          <a:noFill/>
        </p:spPr>
        <p:txBody>
          <a:bodyPr lIns="91425" tIns="91425" rIns="91425" bIns="91425" anchor="b" anchorCtr="0"/>
          <a:lstStyle>
            <a:lvl1pPr lvl="0" algn="l">
              <a:lnSpc>
                <a:spcPct val="100000"/>
              </a:lnSpc>
              <a:spcBef>
                <a:spcPts val="0"/>
              </a:spcBef>
              <a:spcAft>
                <a:spcPts val="0"/>
              </a:spcAft>
              <a:buClr>
                <a:srgbClr val="000000"/>
              </a:buClr>
              <a:buSzPct val="100000"/>
              <a:buNone/>
              <a:defRPr sz="2100" b="1">
                <a:solidFill>
                  <a:srgbClr val="000000"/>
                </a:solidFill>
              </a:defRPr>
            </a:lvl1pPr>
            <a:lvl2pPr lvl="1" algn="l">
              <a:lnSpc>
                <a:spcPct val="100000"/>
              </a:lnSpc>
              <a:spcBef>
                <a:spcPts val="0"/>
              </a:spcBef>
              <a:spcAft>
                <a:spcPts val="0"/>
              </a:spcAft>
              <a:buClr>
                <a:srgbClr val="000000"/>
              </a:buClr>
              <a:buSzPct val="100000"/>
              <a:buNone/>
              <a:defRPr sz="2100" b="1">
                <a:solidFill>
                  <a:srgbClr val="000000"/>
                </a:solidFill>
              </a:defRPr>
            </a:lvl2pPr>
            <a:lvl3pPr lvl="2" algn="l">
              <a:lnSpc>
                <a:spcPct val="100000"/>
              </a:lnSpc>
              <a:spcBef>
                <a:spcPts val="0"/>
              </a:spcBef>
              <a:spcAft>
                <a:spcPts val="0"/>
              </a:spcAft>
              <a:buClr>
                <a:srgbClr val="000000"/>
              </a:buClr>
              <a:buSzPct val="100000"/>
              <a:buNone/>
              <a:defRPr sz="2100" b="1">
                <a:solidFill>
                  <a:srgbClr val="000000"/>
                </a:solidFill>
              </a:defRPr>
            </a:lvl3pPr>
            <a:lvl4pPr lvl="3" algn="l">
              <a:lnSpc>
                <a:spcPct val="100000"/>
              </a:lnSpc>
              <a:spcBef>
                <a:spcPts val="0"/>
              </a:spcBef>
              <a:spcAft>
                <a:spcPts val="0"/>
              </a:spcAft>
              <a:buClr>
                <a:srgbClr val="000000"/>
              </a:buClr>
              <a:buSzPct val="100000"/>
              <a:buNone/>
              <a:defRPr sz="2100" b="1">
                <a:solidFill>
                  <a:srgbClr val="000000"/>
                </a:solidFill>
              </a:defRPr>
            </a:lvl4pPr>
            <a:lvl5pPr lvl="4" algn="l">
              <a:lnSpc>
                <a:spcPct val="100000"/>
              </a:lnSpc>
              <a:spcBef>
                <a:spcPts val="0"/>
              </a:spcBef>
              <a:spcAft>
                <a:spcPts val="0"/>
              </a:spcAft>
              <a:buClr>
                <a:srgbClr val="000000"/>
              </a:buClr>
              <a:buSzPct val="100000"/>
              <a:buNone/>
              <a:defRPr sz="2100" b="1">
                <a:solidFill>
                  <a:srgbClr val="000000"/>
                </a:solidFill>
              </a:defRPr>
            </a:lvl5pPr>
            <a:lvl6pPr lvl="5" algn="l">
              <a:lnSpc>
                <a:spcPct val="100000"/>
              </a:lnSpc>
              <a:spcBef>
                <a:spcPts val="0"/>
              </a:spcBef>
              <a:spcAft>
                <a:spcPts val="0"/>
              </a:spcAft>
              <a:buClr>
                <a:srgbClr val="000000"/>
              </a:buClr>
              <a:buSzPct val="100000"/>
              <a:buNone/>
              <a:defRPr sz="2100" b="1">
                <a:solidFill>
                  <a:srgbClr val="000000"/>
                </a:solidFill>
              </a:defRPr>
            </a:lvl6pPr>
            <a:lvl7pPr lvl="6" algn="l">
              <a:lnSpc>
                <a:spcPct val="100000"/>
              </a:lnSpc>
              <a:spcBef>
                <a:spcPts val="0"/>
              </a:spcBef>
              <a:spcAft>
                <a:spcPts val="0"/>
              </a:spcAft>
              <a:buClr>
                <a:srgbClr val="000000"/>
              </a:buClr>
              <a:buSzPct val="100000"/>
              <a:buNone/>
              <a:defRPr sz="2100" b="1">
                <a:solidFill>
                  <a:srgbClr val="000000"/>
                </a:solidFill>
              </a:defRPr>
            </a:lvl7pPr>
            <a:lvl8pPr lvl="7" algn="l">
              <a:lnSpc>
                <a:spcPct val="100000"/>
              </a:lnSpc>
              <a:spcBef>
                <a:spcPts val="0"/>
              </a:spcBef>
              <a:spcAft>
                <a:spcPts val="0"/>
              </a:spcAft>
              <a:buClr>
                <a:srgbClr val="000000"/>
              </a:buClr>
              <a:buSzPct val="100000"/>
              <a:buNone/>
              <a:defRPr sz="2100" b="1">
                <a:solidFill>
                  <a:srgbClr val="000000"/>
                </a:solidFill>
              </a:defRPr>
            </a:lvl8pPr>
            <a:lvl9pPr lvl="8" algn="l">
              <a:lnSpc>
                <a:spcPct val="100000"/>
              </a:lnSpc>
              <a:spcBef>
                <a:spcPts val="0"/>
              </a:spcBef>
              <a:spcAft>
                <a:spcPts val="0"/>
              </a:spcAft>
              <a:buClr>
                <a:srgbClr val="000000"/>
              </a:buClr>
              <a:buSzPct val="100000"/>
              <a:buNone/>
              <a:defRPr sz="2100" b="1">
                <a:solidFill>
                  <a:srgbClr val="000000"/>
                </a:solidFill>
              </a:defRPr>
            </a:lvl9pPr>
          </a:lstStyle>
          <a:p>
            <a:endParaRPr/>
          </a:p>
        </p:txBody>
      </p:sp>
      <p:sp>
        <p:nvSpPr>
          <p:cNvPr id="104" name="Shape 104"/>
          <p:cNvSpPr txBox="1">
            <a:spLocks noGrp="1"/>
          </p:cNvSpPr>
          <p:nvPr>
            <p:ph type="body" idx="1"/>
          </p:nvPr>
        </p:nvSpPr>
        <p:spPr>
          <a:xfrm>
            <a:off x="232875" y="1290250"/>
            <a:ext cx="2336400" cy="3522900"/>
          </a:xfrm>
          <a:prstGeom prst="rect">
            <a:avLst/>
          </a:prstGeom>
          <a:noFill/>
        </p:spPr>
        <p:txBody>
          <a:bodyPr lIns="91425" tIns="91425" rIns="91425" bIns="91425" anchor="t" anchorCtr="0"/>
          <a:lstStyle>
            <a:lvl1pPr lvl="0" algn="l">
              <a:lnSpc>
                <a:spcPct val="115000"/>
              </a:lnSpc>
              <a:spcBef>
                <a:spcPts val="0"/>
              </a:spcBef>
              <a:spcAft>
                <a:spcPts val="1600"/>
              </a:spcAft>
              <a:buClr>
                <a:srgbClr val="000000"/>
              </a:buClr>
              <a:buSzPct val="100000"/>
              <a:defRPr sz="1400">
                <a:solidFill>
                  <a:srgbClr val="000000"/>
                </a:solidFill>
              </a:defRPr>
            </a:lvl1pPr>
            <a:lvl2pPr lvl="1" algn="l">
              <a:lnSpc>
                <a:spcPct val="115000"/>
              </a:lnSpc>
              <a:spcBef>
                <a:spcPts val="0"/>
              </a:spcBef>
              <a:spcAft>
                <a:spcPts val="1600"/>
              </a:spcAft>
              <a:buClr>
                <a:srgbClr val="000000"/>
              </a:buClr>
              <a:buSzPct val="100000"/>
              <a:defRPr sz="1200">
                <a:solidFill>
                  <a:srgbClr val="000000"/>
                </a:solidFill>
              </a:defRPr>
            </a:lvl2pPr>
            <a:lvl3pPr lvl="2" algn="l">
              <a:lnSpc>
                <a:spcPct val="115000"/>
              </a:lnSpc>
              <a:spcBef>
                <a:spcPts val="0"/>
              </a:spcBef>
              <a:spcAft>
                <a:spcPts val="1600"/>
              </a:spcAft>
              <a:buClr>
                <a:srgbClr val="000000"/>
              </a:buClr>
              <a:buSzPct val="100000"/>
              <a:defRPr sz="1200">
                <a:solidFill>
                  <a:srgbClr val="000000"/>
                </a:solidFill>
              </a:defRPr>
            </a:lvl3pPr>
            <a:lvl4pPr lvl="3" algn="l">
              <a:lnSpc>
                <a:spcPct val="115000"/>
              </a:lnSpc>
              <a:spcBef>
                <a:spcPts val="0"/>
              </a:spcBef>
              <a:spcAft>
                <a:spcPts val="1600"/>
              </a:spcAft>
              <a:buClr>
                <a:srgbClr val="000000"/>
              </a:buClr>
              <a:buSzPct val="100000"/>
              <a:defRPr sz="1200">
                <a:solidFill>
                  <a:srgbClr val="000000"/>
                </a:solidFill>
              </a:defRPr>
            </a:lvl4pPr>
            <a:lvl5pPr lvl="4" algn="l">
              <a:lnSpc>
                <a:spcPct val="115000"/>
              </a:lnSpc>
              <a:spcBef>
                <a:spcPts val="0"/>
              </a:spcBef>
              <a:spcAft>
                <a:spcPts val="1600"/>
              </a:spcAft>
              <a:buClr>
                <a:srgbClr val="000000"/>
              </a:buClr>
              <a:buSzPct val="100000"/>
              <a:defRPr sz="1200">
                <a:solidFill>
                  <a:srgbClr val="000000"/>
                </a:solidFill>
              </a:defRPr>
            </a:lvl5pPr>
            <a:lvl6pPr lvl="5" algn="l">
              <a:lnSpc>
                <a:spcPct val="115000"/>
              </a:lnSpc>
              <a:spcBef>
                <a:spcPts val="0"/>
              </a:spcBef>
              <a:spcAft>
                <a:spcPts val="1600"/>
              </a:spcAft>
              <a:buClr>
                <a:srgbClr val="000000"/>
              </a:buClr>
              <a:buSzPct val="100000"/>
              <a:defRPr sz="1200">
                <a:solidFill>
                  <a:srgbClr val="000000"/>
                </a:solidFill>
              </a:defRPr>
            </a:lvl6pPr>
            <a:lvl7pPr lvl="6" algn="l">
              <a:lnSpc>
                <a:spcPct val="115000"/>
              </a:lnSpc>
              <a:spcBef>
                <a:spcPts val="0"/>
              </a:spcBef>
              <a:spcAft>
                <a:spcPts val="1600"/>
              </a:spcAft>
              <a:buClr>
                <a:srgbClr val="000000"/>
              </a:buClr>
              <a:buSzPct val="100000"/>
              <a:defRPr sz="1200">
                <a:solidFill>
                  <a:srgbClr val="000000"/>
                </a:solidFill>
              </a:defRPr>
            </a:lvl7pPr>
            <a:lvl8pPr lvl="7" algn="l">
              <a:lnSpc>
                <a:spcPct val="115000"/>
              </a:lnSpc>
              <a:spcBef>
                <a:spcPts val="0"/>
              </a:spcBef>
              <a:spcAft>
                <a:spcPts val="1600"/>
              </a:spcAft>
              <a:buClr>
                <a:srgbClr val="000000"/>
              </a:buClr>
              <a:buSzPct val="100000"/>
              <a:defRPr sz="1200">
                <a:solidFill>
                  <a:srgbClr val="000000"/>
                </a:solidFill>
              </a:defRPr>
            </a:lvl8pPr>
            <a:lvl9pPr lvl="8" algn="l">
              <a:lnSpc>
                <a:spcPct val="115000"/>
              </a:lnSpc>
              <a:spcBef>
                <a:spcPts val="0"/>
              </a:spcBef>
              <a:spcAft>
                <a:spcPts val="1600"/>
              </a:spcAft>
              <a:buClr>
                <a:srgbClr val="000000"/>
              </a:buClr>
              <a:buSzPct val="100000"/>
              <a:defRPr sz="1200">
                <a:solidFill>
                  <a:srgbClr val="000000"/>
                </a:solidFill>
              </a:defRPr>
            </a:lvl9pPr>
          </a:lstStyle>
          <a:p>
            <a:endParaRPr/>
          </a:p>
        </p:txBody>
      </p:sp>
      <p:sp>
        <p:nvSpPr>
          <p:cNvPr id="105" name="Shape 105"/>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rgbClr val="FFFFFF"/>
                </a:solidFill>
              </a:rPr>
              <a:t>‹#›</a:t>
            </a:fld>
            <a:endParaRPr lang="en" sz="1000">
              <a:solidFill>
                <a:srgbClr val="FFFFFF"/>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ustom layout 12">
    <p:spTree>
      <p:nvGrpSpPr>
        <p:cNvPr id="1" name="Shape 106"/>
        <p:cNvGrpSpPr/>
        <p:nvPr/>
      </p:nvGrpSpPr>
      <p:grpSpPr>
        <a:xfrm>
          <a:off x="0" y="0"/>
          <a:ext cx="0" cy="0"/>
          <a:chOff x="0" y="0"/>
          <a:chExt cx="0" cy="0"/>
        </a:xfrm>
      </p:grpSpPr>
      <p:sp>
        <p:nvSpPr>
          <p:cNvPr id="107" name="Shape 107"/>
          <p:cNvSpPr/>
          <p:nvPr/>
        </p:nvSpPr>
        <p:spPr>
          <a:xfrm>
            <a:off x="0" y="0"/>
            <a:ext cx="9144000" cy="5143500"/>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108" name="Shape 108"/>
          <p:cNvSpPr txBox="1">
            <a:spLocks noGrp="1"/>
          </p:cNvSpPr>
          <p:nvPr>
            <p:ph type="ctrTitle"/>
          </p:nvPr>
        </p:nvSpPr>
        <p:spPr>
          <a:xfrm>
            <a:off x="1837575" y="1251525"/>
            <a:ext cx="5445900" cy="2640600"/>
          </a:xfrm>
          <a:prstGeom prst="rect">
            <a:avLst/>
          </a:prstGeom>
          <a:noFill/>
        </p:spPr>
        <p:txBody>
          <a:bodyPr lIns="91425" tIns="91425" rIns="91425" bIns="91425" anchor="ctr" anchorCtr="0"/>
          <a:lstStyle>
            <a:lvl1pPr lvl="0" algn="ctr">
              <a:lnSpc>
                <a:spcPct val="100000"/>
              </a:lnSpc>
              <a:spcBef>
                <a:spcPts val="0"/>
              </a:spcBef>
              <a:spcAft>
                <a:spcPts val="0"/>
              </a:spcAft>
              <a:buClr>
                <a:srgbClr val="FFFFFF"/>
              </a:buClr>
              <a:buSzPct val="100000"/>
              <a:buNone/>
              <a:defRPr sz="4000" b="1">
                <a:solidFill>
                  <a:srgbClr val="FFFFFF"/>
                </a:solidFill>
              </a:defRPr>
            </a:lvl1pPr>
            <a:lvl2pPr lvl="1" algn="ctr">
              <a:lnSpc>
                <a:spcPct val="100000"/>
              </a:lnSpc>
              <a:spcBef>
                <a:spcPts val="0"/>
              </a:spcBef>
              <a:spcAft>
                <a:spcPts val="0"/>
              </a:spcAft>
              <a:buClr>
                <a:srgbClr val="FFFFFF"/>
              </a:buClr>
              <a:buSzPct val="100000"/>
              <a:buNone/>
              <a:defRPr sz="4000" b="1">
                <a:solidFill>
                  <a:srgbClr val="FFFFFF"/>
                </a:solidFill>
              </a:defRPr>
            </a:lvl2pPr>
            <a:lvl3pPr lvl="2" algn="ctr">
              <a:lnSpc>
                <a:spcPct val="100000"/>
              </a:lnSpc>
              <a:spcBef>
                <a:spcPts val="0"/>
              </a:spcBef>
              <a:spcAft>
                <a:spcPts val="0"/>
              </a:spcAft>
              <a:buClr>
                <a:srgbClr val="FFFFFF"/>
              </a:buClr>
              <a:buSzPct val="100000"/>
              <a:buNone/>
              <a:defRPr sz="4000" b="1">
                <a:solidFill>
                  <a:srgbClr val="FFFFFF"/>
                </a:solidFill>
              </a:defRPr>
            </a:lvl3pPr>
            <a:lvl4pPr lvl="3" algn="ctr">
              <a:lnSpc>
                <a:spcPct val="100000"/>
              </a:lnSpc>
              <a:spcBef>
                <a:spcPts val="0"/>
              </a:spcBef>
              <a:spcAft>
                <a:spcPts val="0"/>
              </a:spcAft>
              <a:buClr>
                <a:srgbClr val="FFFFFF"/>
              </a:buClr>
              <a:buSzPct val="100000"/>
              <a:buNone/>
              <a:defRPr sz="4000" b="1">
                <a:solidFill>
                  <a:srgbClr val="FFFFFF"/>
                </a:solidFill>
              </a:defRPr>
            </a:lvl4pPr>
            <a:lvl5pPr lvl="4" algn="ctr">
              <a:lnSpc>
                <a:spcPct val="100000"/>
              </a:lnSpc>
              <a:spcBef>
                <a:spcPts val="0"/>
              </a:spcBef>
              <a:spcAft>
                <a:spcPts val="0"/>
              </a:spcAft>
              <a:buClr>
                <a:srgbClr val="FFFFFF"/>
              </a:buClr>
              <a:buSzPct val="100000"/>
              <a:buNone/>
              <a:defRPr sz="4000" b="1">
                <a:solidFill>
                  <a:srgbClr val="FFFFFF"/>
                </a:solidFill>
              </a:defRPr>
            </a:lvl5pPr>
            <a:lvl6pPr lvl="5" algn="ctr">
              <a:lnSpc>
                <a:spcPct val="100000"/>
              </a:lnSpc>
              <a:spcBef>
                <a:spcPts val="0"/>
              </a:spcBef>
              <a:spcAft>
                <a:spcPts val="0"/>
              </a:spcAft>
              <a:buClr>
                <a:srgbClr val="FFFFFF"/>
              </a:buClr>
              <a:buSzPct val="100000"/>
              <a:buNone/>
              <a:defRPr sz="4000" b="1">
                <a:solidFill>
                  <a:srgbClr val="FFFFFF"/>
                </a:solidFill>
              </a:defRPr>
            </a:lvl6pPr>
            <a:lvl7pPr lvl="6" algn="ctr">
              <a:lnSpc>
                <a:spcPct val="100000"/>
              </a:lnSpc>
              <a:spcBef>
                <a:spcPts val="0"/>
              </a:spcBef>
              <a:spcAft>
                <a:spcPts val="0"/>
              </a:spcAft>
              <a:buClr>
                <a:srgbClr val="FFFFFF"/>
              </a:buClr>
              <a:buSzPct val="100000"/>
              <a:buNone/>
              <a:defRPr sz="4000" b="1">
                <a:solidFill>
                  <a:srgbClr val="FFFFFF"/>
                </a:solidFill>
              </a:defRPr>
            </a:lvl7pPr>
            <a:lvl8pPr lvl="7" algn="ctr">
              <a:lnSpc>
                <a:spcPct val="100000"/>
              </a:lnSpc>
              <a:spcBef>
                <a:spcPts val="0"/>
              </a:spcBef>
              <a:spcAft>
                <a:spcPts val="0"/>
              </a:spcAft>
              <a:buClr>
                <a:srgbClr val="FFFFFF"/>
              </a:buClr>
              <a:buSzPct val="100000"/>
              <a:buNone/>
              <a:defRPr sz="4000" b="1">
                <a:solidFill>
                  <a:srgbClr val="FFFFFF"/>
                </a:solidFill>
              </a:defRPr>
            </a:lvl8pPr>
            <a:lvl9pPr lvl="8" algn="ctr">
              <a:lnSpc>
                <a:spcPct val="100000"/>
              </a:lnSpc>
              <a:spcBef>
                <a:spcPts val="0"/>
              </a:spcBef>
              <a:spcAft>
                <a:spcPts val="0"/>
              </a:spcAft>
              <a:buClr>
                <a:srgbClr val="FFFFFF"/>
              </a:buClr>
              <a:buSzPct val="100000"/>
              <a:buNone/>
              <a:defRPr sz="4000" b="1">
                <a:solidFill>
                  <a:srgbClr val="FFFFFF"/>
                </a:solidFill>
              </a:defRPr>
            </a:lvl9pPr>
          </a:lstStyle>
          <a:p>
            <a:endParaRPr/>
          </a:p>
        </p:txBody>
      </p:sp>
      <p:sp>
        <p:nvSpPr>
          <p:cNvPr id="109" name="Shape 109"/>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rgbClr val="FFFFFF"/>
                </a:solidFill>
              </a:rPr>
              <a:t>‹#›</a:t>
            </a:fld>
            <a:endParaRPr lang="en" sz="1000">
              <a:solidFill>
                <a:srgbClr val="FFFFFF"/>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ustom layout 8">
    <p:spTree>
      <p:nvGrpSpPr>
        <p:cNvPr id="1" name="Shape 110"/>
        <p:cNvGrpSpPr/>
        <p:nvPr/>
      </p:nvGrpSpPr>
      <p:grpSpPr>
        <a:xfrm>
          <a:off x="0" y="0"/>
          <a:ext cx="0" cy="0"/>
          <a:chOff x="0" y="0"/>
          <a:chExt cx="0" cy="0"/>
        </a:xfrm>
      </p:grpSpPr>
      <p:sp>
        <p:nvSpPr>
          <p:cNvPr id="111" name="Shape 111"/>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12" name="Shape 112"/>
          <p:cNvSpPr txBox="1">
            <a:spLocks noGrp="1"/>
          </p:cNvSpPr>
          <p:nvPr>
            <p:ph type="title"/>
          </p:nvPr>
        </p:nvSpPr>
        <p:spPr>
          <a:xfrm>
            <a:off x="232878" y="219975"/>
            <a:ext cx="2336400" cy="915000"/>
          </a:xfrm>
          <a:prstGeom prst="rect">
            <a:avLst/>
          </a:prstGeom>
          <a:noFill/>
        </p:spPr>
        <p:txBody>
          <a:bodyPr lIns="91425" tIns="91425" rIns="91425" bIns="91425" anchor="b" anchorCtr="0"/>
          <a:lstStyle>
            <a:lvl1pPr lvl="0" algn="l">
              <a:lnSpc>
                <a:spcPct val="100000"/>
              </a:lnSpc>
              <a:spcBef>
                <a:spcPts val="0"/>
              </a:spcBef>
              <a:spcAft>
                <a:spcPts val="0"/>
              </a:spcAft>
              <a:buClr>
                <a:srgbClr val="000000"/>
              </a:buClr>
              <a:buSzPct val="100000"/>
              <a:buNone/>
              <a:defRPr sz="2100" b="1">
                <a:solidFill>
                  <a:srgbClr val="000000"/>
                </a:solidFill>
              </a:defRPr>
            </a:lvl1pPr>
            <a:lvl2pPr lvl="1" algn="l">
              <a:lnSpc>
                <a:spcPct val="100000"/>
              </a:lnSpc>
              <a:spcBef>
                <a:spcPts val="0"/>
              </a:spcBef>
              <a:spcAft>
                <a:spcPts val="0"/>
              </a:spcAft>
              <a:buClr>
                <a:srgbClr val="000000"/>
              </a:buClr>
              <a:buSzPct val="100000"/>
              <a:buNone/>
              <a:defRPr sz="2100" b="1">
                <a:solidFill>
                  <a:srgbClr val="000000"/>
                </a:solidFill>
              </a:defRPr>
            </a:lvl2pPr>
            <a:lvl3pPr lvl="2" algn="l">
              <a:lnSpc>
                <a:spcPct val="100000"/>
              </a:lnSpc>
              <a:spcBef>
                <a:spcPts val="0"/>
              </a:spcBef>
              <a:spcAft>
                <a:spcPts val="0"/>
              </a:spcAft>
              <a:buClr>
                <a:srgbClr val="000000"/>
              </a:buClr>
              <a:buSzPct val="100000"/>
              <a:buNone/>
              <a:defRPr sz="2100" b="1">
                <a:solidFill>
                  <a:srgbClr val="000000"/>
                </a:solidFill>
              </a:defRPr>
            </a:lvl3pPr>
            <a:lvl4pPr lvl="3" algn="l">
              <a:lnSpc>
                <a:spcPct val="100000"/>
              </a:lnSpc>
              <a:spcBef>
                <a:spcPts val="0"/>
              </a:spcBef>
              <a:spcAft>
                <a:spcPts val="0"/>
              </a:spcAft>
              <a:buClr>
                <a:srgbClr val="000000"/>
              </a:buClr>
              <a:buSzPct val="100000"/>
              <a:buNone/>
              <a:defRPr sz="2100" b="1">
                <a:solidFill>
                  <a:srgbClr val="000000"/>
                </a:solidFill>
              </a:defRPr>
            </a:lvl4pPr>
            <a:lvl5pPr lvl="4" algn="l">
              <a:lnSpc>
                <a:spcPct val="100000"/>
              </a:lnSpc>
              <a:spcBef>
                <a:spcPts val="0"/>
              </a:spcBef>
              <a:spcAft>
                <a:spcPts val="0"/>
              </a:spcAft>
              <a:buClr>
                <a:srgbClr val="000000"/>
              </a:buClr>
              <a:buSzPct val="100000"/>
              <a:buNone/>
              <a:defRPr sz="2100" b="1">
                <a:solidFill>
                  <a:srgbClr val="000000"/>
                </a:solidFill>
              </a:defRPr>
            </a:lvl5pPr>
            <a:lvl6pPr lvl="5" algn="l">
              <a:lnSpc>
                <a:spcPct val="100000"/>
              </a:lnSpc>
              <a:spcBef>
                <a:spcPts val="0"/>
              </a:spcBef>
              <a:spcAft>
                <a:spcPts val="0"/>
              </a:spcAft>
              <a:buClr>
                <a:srgbClr val="000000"/>
              </a:buClr>
              <a:buSzPct val="100000"/>
              <a:buNone/>
              <a:defRPr sz="2100" b="1">
                <a:solidFill>
                  <a:srgbClr val="000000"/>
                </a:solidFill>
              </a:defRPr>
            </a:lvl6pPr>
            <a:lvl7pPr lvl="6" algn="l">
              <a:lnSpc>
                <a:spcPct val="100000"/>
              </a:lnSpc>
              <a:spcBef>
                <a:spcPts val="0"/>
              </a:spcBef>
              <a:spcAft>
                <a:spcPts val="0"/>
              </a:spcAft>
              <a:buClr>
                <a:srgbClr val="000000"/>
              </a:buClr>
              <a:buSzPct val="100000"/>
              <a:buNone/>
              <a:defRPr sz="2100" b="1">
                <a:solidFill>
                  <a:srgbClr val="000000"/>
                </a:solidFill>
              </a:defRPr>
            </a:lvl7pPr>
            <a:lvl8pPr lvl="7" algn="l">
              <a:lnSpc>
                <a:spcPct val="100000"/>
              </a:lnSpc>
              <a:spcBef>
                <a:spcPts val="0"/>
              </a:spcBef>
              <a:spcAft>
                <a:spcPts val="0"/>
              </a:spcAft>
              <a:buClr>
                <a:srgbClr val="000000"/>
              </a:buClr>
              <a:buSzPct val="100000"/>
              <a:buNone/>
              <a:defRPr sz="2100" b="1">
                <a:solidFill>
                  <a:srgbClr val="000000"/>
                </a:solidFill>
              </a:defRPr>
            </a:lvl8pPr>
            <a:lvl9pPr lvl="8" algn="l">
              <a:lnSpc>
                <a:spcPct val="100000"/>
              </a:lnSpc>
              <a:spcBef>
                <a:spcPts val="0"/>
              </a:spcBef>
              <a:spcAft>
                <a:spcPts val="0"/>
              </a:spcAft>
              <a:buClr>
                <a:srgbClr val="000000"/>
              </a:buClr>
              <a:buSzPct val="100000"/>
              <a:buNone/>
              <a:defRPr sz="2100" b="1">
                <a:solidFill>
                  <a:srgbClr val="000000"/>
                </a:solidFill>
              </a:defRPr>
            </a:lvl9pPr>
          </a:lstStyle>
          <a:p>
            <a:endParaRPr/>
          </a:p>
        </p:txBody>
      </p:sp>
      <p:sp>
        <p:nvSpPr>
          <p:cNvPr id="113" name="Shape 113"/>
          <p:cNvSpPr txBox="1">
            <a:spLocks noGrp="1"/>
          </p:cNvSpPr>
          <p:nvPr>
            <p:ph type="body" idx="1"/>
          </p:nvPr>
        </p:nvSpPr>
        <p:spPr>
          <a:xfrm>
            <a:off x="232875" y="1290250"/>
            <a:ext cx="2336400" cy="3522900"/>
          </a:xfrm>
          <a:prstGeom prst="rect">
            <a:avLst/>
          </a:prstGeom>
          <a:noFill/>
        </p:spPr>
        <p:txBody>
          <a:bodyPr lIns="91425" tIns="91425" rIns="91425" bIns="91425" anchor="t" anchorCtr="0"/>
          <a:lstStyle>
            <a:lvl1pPr lvl="0" algn="l">
              <a:lnSpc>
                <a:spcPct val="115000"/>
              </a:lnSpc>
              <a:spcBef>
                <a:spcPts val="0"/>
              </a:spcBef>
              <a:spcAft>
                <a:spcPts val="1600"/>
              </a:spcAft>
              <a:buClr>
                <a:srgbClr val="000000"/>
              </a:buClr>
              <a:buSzPct val="100000"/>
              <a:defRPr sz="1400">
                <a:solidFill>
                  <a:srgbClr val="000000"/>
                </a:solidFill>
              </a:defRPr>
            </a:lvl1pPr>
            <a:lvl2pPr lvl="1" algn="l">
              <a:lnSpc>
                <a:spcPct val="115000"/>
              </a:lnSpc>
              <a:spcBef>
                <a:spcPts val="0"/>
              </a:spcBef>
              <a:spcAft>
                <a:spcPts val="1600"/>
              </a:spcAft>
              <a:buClr>
                <a:srgbClr val="000000"/>
              </a:buClr>
              <a:buSzPct val="100000"/>
              <a:defRPr sz="1200">
                <a:solidFill>
                  <a:srgbClr val="000000"/>
                </a:solidFill>
              </a:defRPr>
            </a:lvl2pPr>
            <a:lvl3pPr lvl="2" algn="l">
              <a:lnSpc>
                <a:spcPct val="115000"/>
              </a:lnSpc>
              <a:spcBef>
                <a:spcPts val="0"/>
              </a:spcBef>
              <a:spcAft>
                <a:spcPts val="1600"/>
              </a:spcAft>
              <a:buClr>
                <a:srgbClr val="000000"/>
              </a:buClr>
              <a:buSzPct val="100000"/>
              <a:defRPr sz="1200">
                <a:solidFill>
                  <a:srgbClr val="000000"/>
                </a:solidFill>
              </a:defRPr>
            </a:lvl3pPr>
            <a:lvl4pPr lvl="3" algn="l">
              <a:lnSpc>
                <a:spcPct val="115000"/>
              </a:lnSpc>
              <a:spcBef>
                <a:spcPts val="0"/>
              </a:spcBef>
              <a:spcAft>
                <a:spcPts val="1600"/>
              </a:spcAft>
              <a:buClr>
                <a:srgbClr val="000000"/>
              </a:buClr>
              <a:buSzPct val="100000"/>
              <a:defRPr sz="1200">
                <a:solidFill>
                  <a:srgbClr val="000000"/>
                </a:solidFill>
              </a:defRPr>
            </a:lvl4pPr>
            <a:lvl5pPr lvl="4" algn="l">
              <a:lnSpc>
                <a:spcPct val="115000"/>
              </a:lnSpc>
              <a:spcBef>
                <a:spcPts val="0"/>
              </a:spcBef>
              <a:spcAft>
                <a:spcPts val="1600"/>
              </a:spcAft>
              <a:buClr>
                <a:srgbClr val="000000"/>
              </a:buClr>
              <a:buSzPct val="100000"/>
              <a:defRPr sz="1200">
                <a:solidFill>
                  <a:srgbClr val="000000"/>
                </a:solidFill>
              </a:defRPr>
            </a:lvl5pPr>
            <a:lvl6pPr lvl="5" algn="l">
              <a:lnSpc>
                <a:spcPct val="115000"/>
              </a:lnSpc>
              <a:spcBef>
                <a:spcPts val="0"/>
              </a:spcBef>
              <a:spcAft>
                <a:spcPts val="1600"/>
              </a:spcAft>
              <a:buClr>
                <a:srgbClr val="000000"/>
              </a:buClr>
              <a:buSzPct val="100000"/>
              <a:defRPr sz="1200">
                <a:solidFill>
                  <a:srgbClr val="000000"/>
                </a:solidFill>
              </a:defRPr>
            </a:lvl6pPr>
            <a:lvl7pPr lvl="6" algn="l">
              <a:lnSpc>
                <a:spcPct val="115000"/>
              </a:lnSpc>
              <a:spcBef>
                <a:spcPts val="0"/>
              </a:spcBef>
              <a:spcAft>
                <a:spcPts val="1600"/>
              </a:spcAft>
              <a:buClr>
                <a:srgbClr val="000000"/>
              </a:buClr>
              <a:buSzPct val="100000"/>
              <a:defRPr sz="1200">
                <a:solidFill>
                  <a:srgbClr val="000000"/>
                </a:solidFill>
              </a:defRPr>
            </a:lvl7pPr>
            <a:lvl8pPr lvl="7" algn="l">
              <a:lnSpc>
                <a:spcPct val="115000"/>
              </a:lnSpc>
              <a:spcBef>
                <a:spcPts val="0"/>
              </a:spcBef>
              <a:spcAft>
                <a:spcPts val="1600"/>
              </a:spcAft>
              <a:buClr>
                <a:srgbClr val="000000"/>
              </a:buClr>
              <a:buSzPct val="100000"/>
              <a:defRPr sz="1200">
                <a:solidFill>
                  <a:srgbClr val="000000"/>
                </a:solidFill>
              </a:defRPr>
            </a:lvl8pPr>
            <a:lvl9pPr lvl="8" algn="l">
              <a:lnSpc>
                <a:spcPct val="115000"/>
              </a:lnSpc>
              <a:spcBef>
                <a:spcPts val="0"/>
              </a:spcBef>
              <a:spcAft>
                <a:spcPts val="1600"/>
              </a:spcAft>
              <a:buClr>
                <a:srgbClr val="000000"/>
              </a:buClr>
              <a:buSzPct val="100000"/>
              <a:defRPr sz="1200">
                <a:solidFill>
                  <a:srgbClr val="000000"/>
                </a:solidFill>
              </a:defRPr>
            </a:lvl9pPr>
          </a:lstStyle>
          <a:p>
            <a:endParaRPr/>
          </a:p>
        </p:txBody>
      </p:sp>
      <p:sp>
        <p:nvSpPr>
          <p:cNvPr id="114" name="Shape 114"/>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rgbClr val="FFFFFF"/>
                </a:solidFill>
              </a:rPr>
              <a:t>‹#›</a:t>
            </a:fld>
            <a:endParaRPr lang="en" sz="1000">
              <a:solidFill>
                <a:srgbClr val="FFFFFF"/>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ustom layout 9">
    <p:spTree>
      <p:nvGrpSpPr>
        <p:cNvPr id="1" name="Shape 115"/>
        <p:cNvGrpSpPr/>
        <p:nvPr/>
      </p:nvGrpSpPr>
      <p:grpSpPr>
        <a:xfrm>
          <a:off x="0" y="0"/>
          <a:ext cx="0" cy="0"/>
          <a:chOff x="0" y="0"/>
          <a:chExt cx="0" cy="0"/>
        </a:xfrm>
      </p:grpSpPr>
      <p:sp>
        <p:nvSpPr>
          <p:cNvPr id="116" name="Shape 116"/>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17" name="Shape 117"/>
          <p:cNvSpPr txBox="1">
            <a:spLocks noGrp="1"/>
          </p:cNvSpPr>
          <p:nvPr>
            <p:ph type="title"/>
          </p:nvPr>
        </p:nvSpPr>
        <p:spPr>
          <a:xfrm>
            <a:off x="232878" y="219975"/>
            <a:ext cx="2336400" cy="915000"/>
          </a:xfrm>
          <a:prstGeom prst="rect">
            <a:avLst/>
          </a:prstGeom>
          <a:noFill/>
        </p:spPr>
        <p:txBody>
          <a:bodyPr lIns="91425" tIns="91425" rIns="91425" bIns="91425" anchor="b" anchorCtr="0"/>
          <a:lstStyle>
            <a:lvl1pPr lvl="0" algn="l">
              <a:lnSpc>
                <a:spcPct val="100000"/>
              </a:lnSpc>
              <a:spcBef>
                <a:spcPts val="0"/>
              </a:spcBef>
              <a:spcAft>
                <a:spcPts val="0"/>
              </a:spcAft>
              <a:buClr>
                <a:srgbClr val="000000"/>
              </a:buClr>
              <a:buSzPct val="100000"/>
              <a:buNone/>
              <a:defRPr sz="2100" b="1">
                <a:solidFill>
                  <a:srgbClr val="000000"/>
                </a:solidFill>
              </a:defRPr>
            </a:lvl1pPr>
            <a:lvl2pPr lvl="1" algn="l">
              <a:lnSpc>
                <a:spcPct val="100000"/>
              </a:lnSpc>
              <a:spcBef>
                <a:spcPts val="0"/>
              </a:spcBef>
              <a:spcAft>
                <a:spcPts val="0"/>
              </a:spcAft>
              <a:buClr>
                <a:srgbClr val="000000"/>
              </a:buClr>
              <a:buSzPct val="100000"/>
              <a:buNone/>
              <a:defRPr sz="2100" b="1">
                <a:solidFill>
                  <a:srgbClr val="000000"/>
                </a:solidFill>
              </a:defRPr>
            </a:lvl2pPr>
            <a:lvl3pPr lvl="2" algn="l">
              <a:lnSpc>
                <a:spcPct val="100000"/>
              </a:lnSpc>
              <a:spcBef>
                <a:spcPts val="0"/>
              </a:spcBef>
              <a:spcAft>
                <a:spcPts val="0"/>
              </a:spcAft>
              <a:buClr>
                <a:srgbClr val="000000"/>
              </a:buClr>
              <a:buSzPct val="100000"/>
              <a:buNone/>
              <a:defRPr sz="2100" b="1">
                <a:solidFill>
                  <a:srgbClr val="000000"/>
                </a:solidFill>
              </a:defRPr>
            </a:lvl3pPr>
            <a:lvl4pPr lvl="3" algn="l">
              <a:lnSpc>
                <a:spcPct val="100000"/>
              </a:lnSpc>
              <a:spcBef>
                <a:spcPts val="0"/>
              </a:spcBef>
              <a:spcAft>
                <a:spcPts val="0"/>
              </a:spcAft>
              <a:buClr>
                <a:srgbClr val="000000"/>
              </a:buClr>
              <a:buSzPct val="100000"/>
              <a:buNone/>
              <a:defRPr sz="2100" b="1">
                <a:solidFill>
                  <a:srgbClr val="000000"/>
                </a:solidFill>
              </a:defRPr>
            </a:lvl4pPr>
            <a:lvl5pPr lvl="4" algn="l">
              <a:lnSpc>
                <a:spcPct val="100000"/>
              </a:lnSpc>
              <a:spcBef>
                <a:spcPts val="0"/>
              </a:spcBef>
              <a:spcAft>
                <a:spcPts val="0"/>
              </a:spcAft>
              <a:buClr>
                <a:srgbClr val="000000"/>
              </a:buClr>
              <a:buSzPct val="100000"/>
              <a:buNone/>
              <a:defRPr sz="2100" b="1">
                <a:solidFill>
                  <a:srgbClr val="000000"/>
                </a:solidFill>
              </a:defRPr>
            </a:lvl5pPr>
            <a:lvl6pPr lvl="5" algn="l">
              <a:lnSpc>
                <a:spcPct val="100000"/>
              </a:lnSpc>
              <a:spcBef>
                <a:spcPts val="0"/>
              </a:spcBef>
              <a:spcAft>
                <a:spcPts val="0"/>
              </a:spcAft>
              <a:buClr>
                <a:srgbClr val="000000"/>
              </a:buClr>
              <a:buSzPct val="100000"/>
              <a:buNone/>
              <a:defRPr sz="2100" b="1">
                <a:solidFill>
                  <a:srgbClr val="000000"/>
                </a:solidFill>
              </a:defRPr>
            </a:lvl6pPr>
            <a:lvl7pPr lvl="6" algn="l">
              <a:lnSpc>
                <a:spcPct val="100000"/>
              </a:lnSpc>
              <a:spcBef>
                <a:spcPts val="0"/>
              </a:spcBef>
              <a:spcAft>
                <a:spcPts val="0"/>
              </a:spcAft>
              <a:buClr>
                <a:srgbClr val="000000"/>
              </a:buClr>
              <a:buSzPct val="100000"/>
              <a:buNone/>
              <a:defRPr sz="2100" b="1">
                <a:solidFill>
                  <a:srgbClr val="000000"/>
                </a:solidFill>
              </a:defRPr>
            </a:lvl7pPr>
            <a:lvl8pPr lvl="7" algn="l">
              <a:lnSpc>
                <a:spcPct val="100000"/>
              </a:lnSpc>
              <a:spcBef>
                <a:spcPts val="0"/>
              </a:spcBef>
              <a:spcAft>
                <a:spcPts val="0"/>
              </a:spcAft>
              <a:buClr>
                <a:srgbClr val="000000"/>
              </a:buClr>
              <a:buSzPct val="100000"/>
              <a:buNone/>
              <a:defRPr sz="2100" b="1">
                <a:solidFill>
                  <a:srgbClr val="000000"/>
                </a:solidFill>
              </a:defRPr>
            </a:lvl8pPr>
            <a:lvl9pPr lvl="8" algn="l">
              <a:lnSpc>
                <a:spcPct val="100000"/>
              </a:lnSpc>
              <a:spcBef>
                <a:spcPts val="0"/>
              </a:spcBef>
              <a:spcAft>
                <a:spcPts val="0"/>
              </a:spcAft>
              <a:buClr>
                <a:srgbClr val="000000"/>
              </a:buClr>
              <a:buSzPct val="100000"/>
              <a:buNone/>
              <a:defRPr sz="2100" b="1">
                <a:solidFill>
                  <a:srgbClr val="000000"/>
                </a:solidFill>
              </a:defRPr>
            </a:lvl9pPr>
          </a:lstStyle>
          <a:p>
            <a:endParaRPr/>
          </a:p>
        </p:txBody>
      </p:sp>
      <p:sp>
        <p:nvSpPr>
          <p:cNvPr id="118" name="Shape 118"/>
          <p:cNvSpPr txBox="1">
            <a:spLocks noGrp="1"/>
          </p:cNvSpPr>
          <p:nvPr>
            <p:ph type="body" idx="1"/>
          </p:nvPr>
        </p:nvSpPr>
        <p:spPr>
          <a:xfrm>
            <a:off x="232875" y="1290250"/>
            <a:ext cx="2336400" cy="3522900"/>
          </a:xfrm>
          <a:prstGeom prst="rect">
            <a:avLst/>
          </a:prstGeom>
          <a:noFill/>
        </p:spPr>
        <p:txBody>
          <a:bodyPr lIns="91425" tIns="91425" rIns="91425" bIns="91425" anchor="t" anchorCtr="0"/>
          <a:lstStyle>
            <a:lvl1pPr lvl="0" algn="l">
              <a:lnSpc>
                <a:spcPct val="115000"/>
              </a:lnSpc>
              <a:spcBef>
                <a:spcPts val="0"/>
              </a:spcBef>
              <a:spcAft>
                <a:spcPts val="1600"/>
              </a:spcAft>
              <a:buClr>
                <a:srgbClr val="000000"/>
              </a:buClr>
              <a:buSzPct val="100000"/>
              <a:defRPr sz="1400">
                <a:solidFill>
                  <a:srgbClr val="000000"/>
                </a:solidFill>
              </a:defRPr>
            </a:lvl1pPr>
            <a:lvl2pPr lvl="1" algn="l">
              <a:lnSpc>
                <a:spcPct val="115000"/>
              </a:lnSpc>
              <a:spcBef>
                <a:spcPts val="0"/>
              </a:spcBef>
              <a:spcAft>
                <a:spcPts val="1600"/>
              </a:spcAft>
              <a:buClr>
                <a:srgbClr val="000000"/>
              </a:buClr>
              <a:buSzPct val="100000"/>
              <a:defRPr sz="1200">
                <a:solidFill>
                  <a:srgbClr val="000000"/>
                </a:solidFill>
              </a:defRPr>
            </a:lvl2pPr>
            <a:lvl3pPr lvl="2" algn="l">
              <a:lnSpc>
                <a:spcPct val="115000"/>
              </a:lnSpc>
              <a:spcBef>
                <a:spcPts val="0"/>
              </a:spcBef>
              <a:spcAft>
                <a:spcPts val="1600"/>
              </a:spcAft>
              <a:buClr>
                <a:srgbClr val="000000"/>
              </a:buClr>
              <a:buSzPct val="100000"/>
              <a:defRPr sz="1200">
                <a:solidFill>
                  <a:srgbClr val="000000"/>
                </a:solidFill>
              </a:defRPr>
            </a:lvl3pPr>
            <a:lvl4pPr lvl="3" algn="l">
              <a:lnSpc>
                <a:spcPct val="115000"/>
              </a:lnSpc>
              <a:spcBef>
                <a:spcPts val="0"/>
              </a:spcBef>
              <a:spcAft>
                <a:spcPts val="1600"/>
              </a:spcAft>
              <a:buClr>
                <a:srgbClr val="000000"/>
              </a:buClr>
              <a:buSzPct val="100000"/>
              <a:defRPr sz="1200">
                <a:solidFill>
                  <a:srgbClr val="000000"/>
                </a:solidFill>
              </a:defRPr>
            </a:lvl4pPr>
            <a:lvl5pPr lvl="4" algn="l">
              <a:lnSpc>
                <a:spcPct val="115000"/>
              </a:lnSpc>
              <a:spcBef>
                <a:spcPts val="0"/>
              </a:spcBef>
              <a:spcAft>
                <a:spcPts val="1600"/>
              </a:spcAft>
              <a:buClr>
                <a:srgbClr val="000000"/>
              </a:buClr>
              <a:buSzPct val="100000"/>
              <a:defRPr sz="1200">
                <a:solidFill>
                  <a:srgbClr val="000000"/>
                </a:solidFill>
              </a:defRPr>
            </a:lvl5pPr>
            <a:lvl6pPr lvl="5" algn="l">
              <a:lnSpc>
                <a:spcPct val="115000"/>
              </a:lnSpc>
              <a:spcBef>
                <a:spcPts val="0"/>
              </a:spcBef>
              <a:spcAft>
                <a:spcPts val="1600"/>
              </a:spcAft>
              <a:buClr>
                <a:srgbClr val="000000"/>
              </a:buClr>
              <a:buSzPct val="100000"/>
              <a:defRPr sz="1200">
                <a:solidFill>
                  <a:srgbClr val="000000"/>
                </a:solidFill>
              </a:defRPr>
            </a:lvl6pPr>
            <a:lvl7pPr lvl="6" algn="l">
              <a:lnSpc>
                <a:spcPct val="115000"/>
              </a:lnSpc>
              <a:spcBef>
                <a:spcPts val="0"/>
              </a:spcBef>
              <a:spcAft>
                <a:spcPts val="1600"/>
              </a:spcAft>
              <a:buClr>
                <a:srgbClr val="000000"/>
              </a:buClr>
              <a:buSzPct val="100000"/>
              <a:defRPr sz="1200">
                <a:solidFill>
                  <a:srgbClr val="000000"/>
                </a:solidFill>
              </a:defRPr>
            </a:lvl7pPr>
            <a:lvl8pPr lvl="7" algn="l">
              <a:lnSpc>
                <a:spcPct val="115000"/>
              </a:lnSpc>
              <a:spcBef>
                <a:spcPts val="0"/>
              </a:spcBef>
              <a:spcAft>
                <a:spcPts val="1600"/>
              </a:spcAft>
              <a:buClr>
                <a:srgbClr val="000000"/>
              </a:buClr>
              <a:buSzPct val="100000"/>
              <a:defRPr sz="1200">
                <a:solidFill>
                  <a:srgbClr val="000000"/>
                </a:solidFill>
              </a:defRPr>
            </a:lvl8pPr>
            <a:lvl9pPr lvl="8" algn="l">
              <a:lnSpc>
                <a:spcPct val="115000"/>
              </a:lnSpc>
              <a:spcBef>
                <a:spcPts val="0"/>
              </a:spcBef>
              <a:spcAft>
                <a:spcPts val="1600"/>
              </a:spcAft>
              <a:buClr>
                <a:srgbClr val="000000"/>
              </a:buClr>
              <a:buSzPct val="100000"/>
              <a:defRPr sz="1200">
                <a:solidFill>
                  <a:srgbClr val="000000"/>
                </a:solidFill>
              </a:defRPr>
            </a:lvl9pPr>
          </a:lstStyle>
          <a:p>
            <a:endParaRPr/>
          </a:p>
        </p:txBody>
      </p:sp>
      <p:sp>
        <p:nvSpPr>
          <p:cNvPr id="119" name="Shape 119"/>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rgbClr val="FFFFFF"/>
                </a:solidFill>
              </a:rPr>
              <a:t>‹#›</a:t>
            </a:fld>
            <a:endParaRPr lang="en" sz="1000">
              <a:solidFill>
                <a:srgbClr val="FFFFFF"/>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ustom layout 10">
    <p:spTree>
      <p:nvGrpSpPr>
        <p:cNvPr id="1" name="Shape 120"/>
        <p:cNvGrpSpPr/>
        <p:nvPr/>
      </p:nvGrpSpPr>
      <p:grpSpPr>
        <a:xfrm>
          <a:off x="0" y="0"/>
          <a:ext cx="0" cy="0"/>
          <a:chOff x="0" y="0"/>
          <a:chExt cx="0" cy="0"/>
        </a:xfrm>
      </p:grpSpPr>
      <p:sp>
        <p:nvSpPr>
          <p:cNvPr id="121" name="Shape 121"/>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22" name="Shape 122"/>
          <p:cNvSpPr txBox="1">
            <a:spLocks noGrp="1"/>
          </p:cNvSpPr>
          <p:nvPr>
            <p:ph type="title"/>
          </p:nvPr>
        </p:nvSpPr>
        <p:spPr>
          <a:xfrm>
            <a:off x="351600" y="2736850"/>
            <a:ext cx="3997500" cy="1389600"/>
          </a:xfrm>
          <a:prstGeom prst="rect">
            <a:avLst/>
          </a:prstGeom>
          <a:noFill/>
        </p:spPr>
        <p:txBody>
          <a:bodyPr lIns="91425" tIns="91425" rIns="91425" bIns="91425" anchor="ctr" anchorCtr="0"/>
          <a:lstStyle>
            <a:lvl1pPr lvl="0" algn="l">
              <a:lnSpc>
                <a:spcPct val="100000"/>
              </a:lnSpc>
              <a:spcBef>
                <a:spcPts val="0"/>
              </a:spcBef>
              <a:spcAft>
                <a:spcPts val="0"/>
              </a:spcAft>
              <a:buNone/>
              <a:defRPr sz="2800" b="1">
                <a:solidFill>
                  <a:srgbClr val="212121"/>
                </a:solidFill>
              </a:defRPr>
            </a:lvl1pPr>
            <a:lvl2pPr lvl="1" algn="l">
              <a:lnSpc>
                <a:spcPct val="100000"/>
              </a:lnSpc>
              <a:spcBef>
                <a:spcPts val="0"/>
              </a:spcBef>
              <a:spcAft>
                <a:spcPts val="0"/>
              </a:spcAft>
              <a:buNone/>
              <a:defRPr sz="2800" b="1">
                <a:solidFill>
                  <a:srgbClr val="212121"/>
                </a:solidFill>
              </a:defRPr>
            </a:lvl2pPr>
            <a:lvl3pPr lvl="2" algn="l">
              <a:lnSpc>
                <a:spcPct val="100000"/>
              </a:lnSpc>
              <a:spcBef>
                <a:spcPts val="0"/>
              </a:spcBef>
              <a:spcAft>
                <a:spcPts val="0"/>
              </a:spcAft>
              <a:buNone/>
              <a:defRPr sz="2800" b="1">
                <a:solidFill>
                  <a:srgbClr val="212121"/>
                </a:solidFill>
              </a:defRPr>
            </a:lvl3pPr>
            <a:lvl4pPr lvl="3" algn="l">
              <a:lnSpc>
                <a:spcPct val="100000"/>
              </a:lnSpc>
              <a:spcBef>
                <a:spcPts val="0"/>
              </a:spcBef>
              <a:spcAft>
                <a:spcPts val="0"/>
              </a:spcAft>
              <a:buNone/>
              <a:defRPr sz="2800" b="1">
                <a:solidFill>
                  <a:srgbClr val="212121"/>
                </a:solidFill>
              </a:defRPr>
            </a:lvl4pPr>
            <a:lvl5pPr lvl="4" algn="l">
              <a:lnSpc>
                <a:spcPct val="100000"/>
              </a:lnSpc>
              <a:spcBef>
                <a:spcPts val="0"/>
              </a:spcBef>
              <a:spcAft>
                <a:spcPts val="0"/>
              </a:spcAft>
              <a:buNone/>
              <a:defRPr sz="2800" b="1">
                <a:solidFill>
                  <a:srgbClr val="212121"/>
                </a:solidFill>
              </a:defRPr>
            </a:lvl5pPr>
            <a:lvl6pPr lvl="5" algn="l">
              <a:lnSpc>
                <a:spcPct val="100000"/>
              </a:lnSpc>
              <a:spcBef>
                <a:spcPts val="0"/>
              </a:spcBef>
              <a:spcAft>
                <a:spcPts val="0"/>
              </a:spcAft>
              <a:buNone/>
              <a:defRPr sz="2800" b="1">
                <a:solidFill>
                  <a:srgbClr val="212121"/>
                </a:solidFill>
              </a:defRPr>
            </a:lvl6pPr>
            <a:lvl7pPr lvl="6" algn="l">
              <a:lnSpc>
                <a:spcPct val="100000"/>
              </a:lnSpc>
              <a:spcBef>
                <a:spcPts val="0"/>
              </a:spcBef>
              <a:spcAft>
                <a:spcPts val="0"/>
              </a:spcAft>
              <a:buNone/>
              <a:defRPr sz="2800" b="1">
                <a:solidFill>
                  <a:srgbClr val="212121"/>
                </a:solidFill>
              </a:defRPr>
            </a:lvl7pPr>
            <a:lvl8pPr lvl="7" algn="l">
              <a:lnSpc>
                <a:spcPct val="100000"/>
              </a:lnSpc>
              <a:spcBef>
                <a:spcPts val="0"/>
              </a:spcBef>
              <a:spcAft>
                <a:spcPts val="0"/>
              </a:spcAft>
              <a:buNone/>
              <a:defRPr sz="2800" b="1">
                <a:solidFill>
                  <a:srgbClr val="212121"/>
                </a:solidFill>
              </a:defRPr>
            </a:lvl8pPr>
            <a:lvl9pPr lvl="8" algn="l">
              <a:lnSpc>
                <a:spcPct val="100000"/>
              </a:lnSpc>
              <a:spcBef>
                <a:spcPts val="0"/>
              </a:spcBef>
              <a:spcAft>
                <a:spcPts val="0"/>
              </a:spcAft>
              <a:buNone/>
              <a:defRPr sz="2800" b="1">
                <a:solidFill>
                  <a:srgbClr val="212121"/>
                </a:solidFill>
              </a:defRPr>
            </a:lvl9pPr>
          </a:lstStyle>
          <a:p>
            <a:endParaRPr/>
          </a:p>
        </p:txBody>
      </p:sp>
      <p:sp>
        <p:nvSpPr>
          <p:cNvPr id="123" name="Shape 123"/>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ustom layout 13">
    <p:spTree>
      <p:nvGrpSpPr>
        <p:cNvPr id="1" name="Shape 124"/>
        <p:cNvGrpSpPr/>
        <p:nvPr/>
      </p:nvGrpSpPr>
      <p:grpSpPr>
        <a:xfrm>
          <a:off x="0" y="0"/>
          <a:ext cx="0" cy="0"/>
          <a:chOff x="0" y="0"/>
          <a:chExt cx="0" cy="0"/>
        </a:xfrm>
      </p:grpSpPr>
      <p:sp>
        <p:nvSpPr>
          <p:cNvPr id="125" name="Shape 125"/>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26" name="Shape 126"/>
          <p:cNvSpPr/>
          <p:nvPr/>
        </p:nvSpPr>
        <p:spPr>
          <a:xfrm>
            <a:off x="3822525" y="876137"/>
            <a:ext cx="4810200" cy="3476700"/>
          </a:xfrm>
          <a:prstGeom prst="rect">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127" name="Shape 127"/>
          <p:cNvSpPr/>
          <p:nvPr/>
        </p:nvSpPr>
        <p:spPr>
          <a:xfrm>
            <a:off x="3920175" y="988037"/>
            <a:ext cx="4614900" cy="32529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sp>
        <p:nvSpPr>
          <p:cNvPr id="128" name="Shape 128"/>
          <p:cNvSpPr/>
          <p:nvPr/>
        </p:nvSpPr>
        <p:spPr>
          <a:xfrm rot="10800000">
            <a:off x="3438975" y="876076"/>
            <a:ext cx="481200" cy="481200"/>
          </a:xfrm>
          <a:prstGeom prst="rtTriangle">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129" name="Shape 129"/>
          <p:cNvSpPr txBox="1">
            <a:spLocks noGrp="1"/>
          </p:cNvSpPr>
          <p:nvPr>
            <p:ph type="title"/>
          </p:nvPr>
        </p:nvSpPr>
        <p:spPr>
          <a:xfrm>
            <a:off x="511275" y="714476"/>
            <a:ext cx="2533800" cy="2228700"/>
          </a:xfrm>
          <a:prstGeom prst="rect">
            <a:avLst/>
          </a:prstGeom>
          <a:noFill/>
        </p:spPr>
        <p:txBody>
          <a:bodyPr lIns="91425" tIns="91425" rIns="91425" bIns="91425" anchor="t" anchorCtr="0"/>
          <a:lstStyle>
            <a:lvl1pPr lvl="0" algn="r">
              <a:lnSpc>
                <a:spcPct val="100000"/>
              </a:lnSpc>
              <a:spcBef>
                <a:spcPts val="0"/>
              </a:spcBef>
              <a:spcAft>
                <a:spcPts val="0"/>
              </a:spcAft>
              <a:buClr>
                <a:schemeClr val="dk1"/>
              </a:buClr>
              <a:buSzPct val="100000"/>
              <a:buNone/>
              <a:defRPr sz="2600">
                <a:solidFill>
                  <a:schemeClr val="dk1"/>
                </a:solidFill>
              </a:defRPr>
            </a:lvl1pPr>
            <a:lvl2pPr lvl="1" algn="r">
              <a:lnSpc>
                <a:spcPct val="100000"/>
              </a:lnSpc>
              <a:spcBef>
                <a:spcPts val="0"/>
              </a:spcBef>
              <a:spcAft>
                <a:spcPts val="0"/>
              </a:spcAft>
              <a:buClr>
                <a:schemeClr val="dk1"/>
              </a:buClr>
              <a:buSzPct val="100000"/>
              <a:buNone/>
              <a:defRPr sz="2600">
                <a:solidFill>
                  <a:schemeClr val="dk1"/>
                </a:solidFill>
              </a:defRPr>
            </a:lvl2pPr>
            <a:lvl3pPr lvl="2" algn="r">
              <a:lnSpc>
                <a:spcPct val="100000"/>
              </a:lnSpc>
              <a:spcBef>
                <a:spcPts val="0"/>
              </a:spcBef>
              <a:spcAft>
                <a:spcPts val="0"/>
              </a:spcAft>
              <a:buClr>
                <a:schemeClr val="dk1"/>
              </a:buClr>
              <a:buSzPct val="100000"/>
              <a:buNone/>
              <a:defRPr sz="2600">
                <a:solidFill>
                  <a:schemeClr val="dk1"/>
                </a:solidFill>
              </a:defRPr>
            </a:lvl3pPr>
            <a:lvl4pPr lvl="3" algn="r">
              <a:lnSpc>
                <a:spcPct val="100000"/>
              </a:lnSpc>
              <a:spcBef>
                <a:spcPts val="0"/>
              </a:spcBef>
              <a:spcAft>
                <a:spcPts val="0"/>
              </a:spcAft>
              <a:buClr>
                <a:schemeClr val="dk1"/>
              </a:buClr>
              <a:buSzPct val="100000"/>
              <a:buNone/>
              <a:defRPr sz="2600">
                <a:solidFill>
                  <a:schemeClr val="dk1"/>
                </a:solidFill>
              </a:defRPr>
            </a:lvl4pPr>
            <a:lvl5pPr lvl="4" algn="r">
              <a:lnSpc>
                <a:spcPct val="100000"/>
              </a:lnSpc>
              <a:spcBef>
                <a:spcPts val="0"/>
              </a:spcBef>
              <a:spcAft>
                <a:spcPts val="0"/>
              </a:spcAft>
              <a:buClr>
                <a:schemeClr val="dk1"/>
              </a:buClr>
              <a:buSzPct val="100000"/>
              <a:buNone/>
              <a:defRPr sz="2600">
                <a:solidFill>
                  <a:schemeClr val="dk1"/>
                </a:solidFill>
              </a:defRPr>
            </a:lvl5pPr>
            <a:lvl6pPr lvl="5" algn="r">
              <a:lnSpc>
                <a:spcPct val="100000"/>
              </a:lnSpc>
              <a:spcBef>
                <a:spcPts val="0"/>
              </a:spcBef>
              <a:spcAft>
                <a:spcPts val="0"/>
              </a:spcAft>
              <a:buClr>
                <a:schemeClr val="dk1"/>
              </a:buClr>
              <a:buSzPct val="100000"/>
              <a:buNone/>
              <a:defRPr sz="2600">
                <a:solidFill>
                  <a:schemeClr val="dk1"/>
                </a:solidFill>
              </a:defRPr>
            </a:lvl6pPr>
            <a:lvl7pPr lvl="6" algn="r">
              <a:lnSpc>
                <a:spcPct val="100000"/>
              </a:lnSpc>
              <a:spcBef>
                <a:spcPts val="0"/>
              </a:spcBef>
              <a:spcAft>
                <a:spcPts val="0"/>
              </a:spcAft>
              <a:buClr>
                <a:schemeClr val="dk1"/>
              </a:buClr>
              <a:buSzPct val="100000"/>
              <a:buNone/>
              <a:defRPr sz="2600">
                <a:solidFill>
                  <a:schemeClr val="dk1"/>
                </a:solidFill>
              </a:defRPr>
            </a:lvl7pPr>
            <a:lvl8pPr lvl="7" algn="r">
              <a:lnSpc>
                <a:spcPct val="100000"/>
              </a:lnSpc>
              <a:spcBef>
                <a:spcPts val="0"/>
              </a:spcBef>
              <a:spcAft>
                <a:spcPts val="0"/>
              </a:spcAft>
              <a:buClr>
                <a:schemeClr val="dk1"/>
              </a:buClr>
              <a:buSzPct val="100000"/>
              <a:buNone/>
              <a:defRPr sz="2600">
                <a:solidFill>
                  <a:schemeClr val="dk1"/>
                </a:solidFill>
              </a:defRPr>
            </a:lvl8pPr>
            <a:lvl9pPr lvl="8" algn="r">
              <a:lnSpc>
                <a:spcPct val="100000"/>
              </a:lnSpc>
              <a:spcBef>
                <a:spcPts val="0"/>
              </a:spcBef>
              <a:spcAft>
                <a:spcPts val="0"/>
              </a:spcAft>
              <a:buClr>
                <a:schemeClr val="dk1"/>
              </a:buClr>
              <a:buSzPct val="100000"/>
              <a:buNone/>
              <a:defRPr sz="2600">
                <a:solidFill>
                  <a:schemeClr val="dk1"/>
                </a:solidFill>
              </a:defRPr>
            </a:lvl9pPr>
          </a:lstStyle>
          <a:p>
            <a:endParaRPr/>
          </a:p>
        </p:txBody>
      </p:sp>
      <p:sp>
        <p:nvSpPr>
          <p:cNvPr id="130" name="Shape 130"/>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ustom layout 14">
    <p:spTree>
      <p:nvGrpSpPr>
        <p:cNvPr id="1" name="Shape 131"/>
        <p:cNvGrpSpPr/>
        <p:nvPr/>
      </p:nvGrpSpPr>
      <p:grpSpPr>
        <a:xfrm>
          <a:off x="0" y="0"/>
          <a:ext cx="0" cy="0"/>
          <a:chOff x="0" y="0"/>
          <a:chExt cx="0" cy="0"/>
        </a:xfrm>
      </p:grpSpPr>
      <p:sp>
        <p:nvSpPr>
          <p:cNvPr id="132" name="Shape 132"/>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33" name="Shape 133"/>
          <p:cNvSpPr/>
          <p:nvPr/>
        </p:nvSpPr>
        <p:spPr>
          <a:xfrm>
            <a:off x="3822525" y="876137"/>
            <a:ext cx="4810200" cy="3476700"/>
          </a:xfrm>
          <a:prstGeom prst="rect">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134" name="Shape 134"/>
          <p:cNvSpPr/>
          <p:nvPr/>
        </p:nvSpPr>
        <p:spPr>
          <a:xfrm>
            <a:off x="3920175" y="988037"/>
            <a:ext cx="4614900" cy="32529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a:off x="3438975" y="876076"/>
            <a:ext cx="481200" cy="481200"/>
          </a:xfrm>
          <a:prstGeom prst="rtTriangle">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title"/>
          </p:nvPr>
        </p:nvSpPr>
        <p:spPr>
          <a:xfrm>
            <a:off x="511275" y="714476"/>
            <a:ext cx="2533800" cy="2228700"/>
          </a:xfrm>
          <a:prstGeom prst="rect">
            <a:avLst/>
          </a:prstGeom>
          <a:noFill/>
        </p:spPr>
        <p:txBody>
          <a:bodyPr lIns="91425" tIns="91425" rIns="91425" bIns="91425" anchor="t" anchorCtr="0"/>
          <a:lstStyle>
            <a:lvl1pPr lvl="0" algn="r">
              <a:lnSpc>
                <a:spcPct val="100000"/>
              </a:lnSpc>
              <a:spcBef>
                <a:spcPts val="0"/>
              </a:spcBef>
              <a:spcAft>
                <a:spcPts val="0"/>
              </a:spcAft>
              <a:buClr>
                <a:schemeClr val="dk1"/>
              </a:buClr>
              <a:buSzPct val="100000"/>
              <a:buNone/>
              <a:defRPr sz="2600">
                <a:solidFill>
                  <a:schemeClr val="dk1"/>
                </a:solidFill>
              </a:defRPr>
            </a:lvl1pPr>
            <a:lvl2pPr lvl="1" algn="r">
              <a:lnSpc>
                <a:spcPct val="100000"/>
              </a:lnSpc>
              <a:spcBef>
                <a:spcPts val="0"/>
              </a:spcBef>
              <a:spcAft>
                <a:spcPts val="0"/>
              </a:spcAft>
              <a:buClr>
                <a:schemeClr val="dk1"/>
              </a:buClr>
              <a:buSzPct val="100000"/>
              <a:buNone/>
              <a:defRPr sz="2600">
                <a:solidFill>
                  <a:schemeClr val="dk1"/>
                </a:solidFill>
              </a:defRPr>
            </a:lvl2pPr>
            <a:lvl3pPr lvl="2" algn="r">
              <a:lnSpc>
                <a:spcPct val="100000"/>
              </a:lnSpc>
              <a:spcBef>
                <a:spcPts val="0"/>
              </a:spcBef>
              <a:spcAft>
                <a:spcPts val="0"/>
              </a:spcAft>
              <a:buClr>
                <a:schemeClr val="dk1"/>
              </a:buClr>
              <a:buSzPct val="100000"/>
              <a:buNone/>
              <a:defRPr sz="2600">
                <a:solidFill>
                  <a:schemeClr val="dk1"/>
                </a:solidFill>
              </a:defRPr>
            </a:lvl3pPr>
            <a:lvl4pPr lvl="3" algn="r">
              <a:lnSpc>
                <a:spcPct val="100000"/>
              </a:lnSpc>
              <a:spcBef>
                <a:spcPts val="0"/>
              </a:spcBef>
              <a:spcAft>
                <a:spcPts val="0"/>
              </a:spcAft>
              <a:buClr>
                <a:schemeClr val="dk1"/>
              </a:buClr>
              <a:buSzPct val="100000"/>
              <a:buNone/>
              <a:defRPr sz="2600">
                <a:solidFill>
                  <a:schemeClr val="dk1"/>
                </a:solidFill>
              </a:defRPr>
            </a:lvl4pPr>
            <a:lvl5pPr lvl="4" algn="r">
              <a:lnSpc>
                <a:spcPct val="100000"/>
              </a:lnSpc>
              <a:spcBef>
                <a:spcPts val="0"/>
              </a:spcBef>
              <a:spcAft>
                <a:spcPts val="0"/>
              </a:spcAft>
              <a:buClr>
                <a:schemeClr val="dk1"/>
              </a:buClr>
              <a:buSzPct val="100000"/>
              <a:buNone/>
              <a:defRPr sz="2600">
                <a:solidFill>
                  <a:schemeClr val="dk1"/>
                </a:solidFill>
              </a:defRPr>
            </a:lvl5pPr>
            <a:lvl6pPr lvl="5" algn="r">
              <a:lnSpc>
                <a:spcPct val="100000"/>
              </a:lnSpc>
              <a:spcBef>
                <a:spcPts val="0"/>
              </a:spcBef>
              <a:spcAft>
                <a:spcPts val="0"/>
              </a:spcAft>
              <a:buClr>
                <a:schemeClr val="dk1"/>
              </a:buClr>
              <a:buSzPct val="100000"/>
              <a:buNone/>
              <a:defRPr sz="2600">
                <a:solidFill>
                  <a:schemeClr val="dk1"/>
                </a:solidFill>
              </a:defRPr>
            </a:lvl6pPr>
            <a:lvl7pPr lvl="6" algn="r">
              <a:lnSpc>
                <a:spcPct val="100000"/>
              </a:lnSpc>
              <a:spcBef>
                <a:spcPts val="0"/>
              </a:spcBef>
              <a:spcAft>
                <a:spcPts val="0"/>
              </a:spcAft>
              <a:buClr>
                <a:schemeClr val="dk1"/>
              </a:buClr>
              <a:buSzPct val="100000"/>
              <a:buNone/>
              <a:defRPr sz="2600">
                <a:solidFill>
                  <a:schemeClr val="dk1"/>
                </a:solidFill>
              </a:defRPr>
            </a:lvl7pPr>
            <a:lvl8pPr lvl="7" algn="r">
              <a:lnSpc>
                <a:spcPct val="100000"/>
              </a:lnSpc>
              <a:spcBef>
                <a:spcPts val="0"/>
              </a:spcBef>
              <a:spcAft>
                <a:spcPts val="0"/>
              </a:spcAft>
              <a:buClr>
                <a:schemeClr val="dk1"/>
              </a:buClr>
              <a:buSzPct val="100000"/>
              <a:buNone/>
              <a:defRPr sz="2600">
                <a:solidFill>
                  <a:schemeClr val="dk1"/>
                </a:solidFill>
              </a:defRPr>
            </a:lvl8pPr>
            <a:lvl9pPr lvl="8" algn="r">
              <a:lnSpc>
                <a:spcPct val="100000"/>
              </a:lnSpc>
              <a:spcBef>
                <a:spcPts val="0"/>
              </a:spcBef>
              <a:spcAft>
                <a:spcPts val="0"/>
              </a:spcAft>
              <a:buClr>
                <a:schemeClr val="dk1"/>
              </a:buClr>
              <a:buSzPct val="100000"/>
              <a:buNone/>
              <a:defRPr sz="2600">
                <a:solidFill>
                  <a:schemeClr val="dk1"/>
                </a:solidFill>
              </a:defRPr>
            </a:lvl9pPr>
          </a:lstStyle>
          <a:p>
            <a:endParaRPr/>
          </a:p>
        </p:txBody>
      </p:sp>
      <p:sp>
        <p:nvSpPr>
          <p:cNvPr id="137" name="Shape 137"/>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ustom layout 15">
    <p:bg>
      <p:bgPr>
        <a:solidFill>
          <a:srgbClr val="FFFFFF"/>
        </a:solidFill>
        <a:effectLst/>
      </p:bgPr>
    </p:bg>
    <p:spTree>
      <p:nvGrpSpPr>
        <p:cNvPr id="1" name="Shape 138"/>
        <p:cNvGrpSpPr/>
        <p:nvPr/>
      </p:nvGrpSpPr>
      <p:grpSpPr>
        <a:xfrm>
          <a:off x="0" y="0"/>
          <a:ext cx="0" cy="0"/>
          <a:chOff x="0" y="0"/>
          <a:chExt cx="0" cy="0"/>
        </a:xfrm>
      </p:grpSpPr>
      <p:sp>
        <p:nvSpPr>
          <p:cNvPr id="139" name="Shape 139"/>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40" name="Shape 140"/>
          <p:cNvSpPr/>
          <p:nvPr/>
        </p:nvSpPr>
        <p:spPr>
          <a:xfrm>
            <a:off x="3822525" y="876137"/>
            <a:ext cx="4810200" cy="3476700"/>
          </a:xfrm>
          <a:prstGeom prst="rect">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141" name="Shape 141"/>
          <p:cNvSpPr/>
          <p:nvPr/>
        </p:nvSpPr>
        <p:spPr>
          <a:xfrm>
            <a:off x="3920175" y="988037"/>
            <a:ext cx="4614900" cy="32529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sp>
        <p:nvSpPr>
          <p:cNvPr id="142" name="Shape 142"/>
          <p:cNvSpPr/>
          <p:nvPr/>
        </p:nvSpPr>
        <p:spPr>
          <a:xfrm rot="10800000">
            <a:off x="3438975" y="876076"/>
            <a:ext cx="481200" cy="481200"/>
          </a:xfrm>
          <a:prstGeom prst="rtTriangle">
            <a:avLst/>
          </a:prstGeom>
          <a:solidFill>
            <a:srgbClr val="D9D9D9"/>
          </a:solidFill>
          <a:ln>
            <a:noFill/>
          </a:ln>
        </p:spPr>
        <p:txBody>
          <a:bodyPr lIns="91425" tIns="91425" rIns="91425" bIns="91425" anchor="ctr" anchorCtr="0">
            <a:noAutofit/>
          </a:bodyPr>
          <a:lstStyle/>
          <a:p>
            <a:pPr lvl="0">
              <a:spcBef>
                <a:spcPts val="0"/>
              </a:spcBef>
              <a:buNone/>
            </a:pPr>
            <a:endParaRPr/>
          </a:p>
        </p:txBody>
      </p:sp>
      <p:sp>
        <p:nvSpPr>
          <p:cNvPr id="143" name="Shape 143"/>
          <p:cNvSpPr txBox="1">
            <a:spLocks noGrp="1"/>
          </p:cNvSpPr>
          <p:nvPr>
            <p:ph type="title"/>
          </p:nvPr>
        </p:nvSpPr>
        <p:spPr>
          <a:xfrm>
            <a:off x="511275" y="714476"/>
            <a:ext cx="2533800" cy="2228700"/>
          </a:xfrm>
          <a:prstGeom prst="rect">
            <a:avLst/>
          </a:prstGeom>
          <a:noFill/>
        </p:spPr>
        <p:txBody>
          <a:bodyPr lIns="91425" tIns="91425" rIns="91425" bIns="91425" anchor="t" anchorCtr="0"/>
          <a:lstStyle>
            <a:lvl1pPr lvl="0" algn="r">
              <a:lnSpc>
                <a:spcPct val="100000"/>
              </a:lnSpc>
              <a:spcBef>
                <a:spcPts val="0"/>
              </a:spcBef>
              <a:spcAft>
                <a:spcPts val="0"/>
              </a:spcAft>
              <a:buClr>
                <a:schemeClr val="dk1"/>
              </a:buClr>
              <a:buSzPct val="100000"/>
              <a:buNone/>
              <a:defRPr sz="2600">
                <a:solidFill>
                  <a:schemeClr val="dk1"/>
                </a:solidFill>
              </a:defRPr>
            </a:lvl1pPr>
            <a:lvl2pPr lvl="1" algn="r">
              <a:lnSpc>
                <a:spcPct val="100000"/>
              </a:lnSpc>
              <a:spcBef>
                <a:spcPts val="0"/>
              </a:spcBef>
              <a:spcAft>
                <a:spcPts val="0"/>
              </a:spcAft>
              <a:buClr>
                <a:schemeClr val="dk1"/>
              </a:buClr>
              <a:buSzPct val="100000"/>
              <a:buNone/>
              <a:defRPr sz="2600">
                <a:solidFill>
                  <a:schemeClr val="dk1"/>
                </a:solidFill>
              </a:defRPr>
            </a:lvl2pPr>
            <a:lvl3pPr lvl="2" algn="r">
              <a:lnSpc>
                <a:spcPct val="100000"/>
              </a:lnSpc>
              <a:spcBef>
                <a:spcPts val="0"/>
              </a:spcBef>
              <a:spcAft>
                <a:spcPts val="0"/>
              </a:spcAft>
              <a:buClr>
                <a:schemeClr val="dk1"/>
              </a:buClr>
              <a:buSzPct val="100000"/>
              <a:buNone/>
              <a:defRPr sz="2600">
                <a:solidFill>
                  <a:schemeClr val="dk1"/>
                </a:solidFill>
              </a:defRPr>
            </a:lvl3pPr>
            <a:lvl4pPr lvl="3" algn="r">
              <a:lnSpc>
                <a:spcPct val="100000"/>
              </a:lnSpc>
              <a:spcBef>
                <a:spcPts val="0"/>
              </a:spcBef>
              <a:spcAft>
                <a:spcPts val="0"/>
              </a:spcAft>
              <a:buClr>
                <a:schemeClr val="dk1"/>
              </a:buClr>
              <a:buSzPct val="100000"/>
              <a:buNone/>
              <a:defRPr sz="2600">
                <a:solidFill>
                  <a:schemeClr val="dk1"/>
                </a:solidFill>
              </a:defRPr>
            </a:lvl4pPr>
            <a:lvl5pPr lvl="4" algn="r">
              <a:lnSpc>
                <a:spcPct val="100000"/>
              </a:lnSpc>
              <a:spcBef>
                <a:spcPts val="0"/>
              </a:spcBef>
              <a:spcAft>
                <a:spcPts val="0"/>
              </a:spcAft>
              <a:buClr>
                <a:schemeClr val="dk1"/>
              </a:buClr>
              <a:buSzPct val="100000"/>
              <a:buNone/>
              <a:defRPr sz="2600">
                <a:solidFill>
                  <a:schemeClr val="dk1"/>
                </a:solidFill>
              </a:defRPr>
            </a:lvl5pPr>
            <a:lvl6pPr lvl="5" algn="r">
              <a:lnSpc>
                <a:spcPct val="100000"/>
              </a:lnSpc>
              <a:spcBef>
                <a:spcPts val="0"/>
              </a:spcBef>
              <a:spcAft>
                <a:spcPts val="0"/>
              </a:spcAft>
              <a:buClr>
                <a:schemeClr val="dk1"/>
              </a:buClr>
              <a:buSzPct val="100000"/>
              <a:buNone/>
              <a:defRPr sz="2600">
                <a:solidFill>
                  <a:schemeClr val="dk1"/>
                </a:solidFill>
              </a:defRPr>
            </a:lvl6pPr>
            <a:lvl7pPr lvl="6" algn="r">
              <a:lnSpc>
                <a:spcPct val="100000"/>
              </a:lnSpc>
              <a:spcBef>
                <a:spcPts val="0"/>
              </a:spcBef>
              <a:spcAft>
                <a:spcPts val="0"/>
              </a:spcAft>
              <a:buClr>
                <a:schemeClr val="dk1"/>
              </a:buClr>
              <a:buSzPct val="100000"/>
              <a:buNone/>
              <a:defRPr sz="2600">
                <a:solidFill>
                  <a:schemeClr val="dk1"/>
                </a:solidFill>
              </a:defRPr>
            </a:lvl7pPr>
            <a:lvl8pPr lvl="7" algn="r">
              <a:lnSpc>
                <a:spcPct val="100000"/>
              </a:lnSpc>
              <a:spcBef>
                <a:spcPts val="0"/>
              </a:spcBef>
              <a:spcAft>
                <a:spcPts val="0"/>
              </a:spcAft>
              <a:buClr>
                <a:schemeClr val="dk1"/>
              </a:buClr>
              <a:buSzPct val="100000"/>
              <a:buNone/>
              <a:defRPr sz="2600">
                <a:solidFill>
                  <a:schemeClr val="dk1"/>
                </a:solidFill>
              </a:defRPr>
            </a:lvl8pPr>
            <a:lvl9pPr lvl="8" algn="r">
              <a:lnSpc>
                <a:spcPct val="100000"/>
              </a:lnSpc>
              <a:spcBef>
                <a:spcPts val="0"/>
              </a:spcBef>
              <a:spcAft>
                <a:spcPts val="0"/>
              </a:spcAft>
              <a:buClr>
                <a:schemeClr val="dk1"/>
              </a:buClr>
              <a:buSzPct val="100000"/>
              <a:buNone/>
              <a:defRPr sz="2600">
                <a:solidFill>
                  <a:schemeClr val="dk1"/>
                </a:solidFill>
              </a:defRPr>
            </a:lvl9pPr>
          </a:lstStyle>
          <a:p>
            <a:endParaRPr/>
          </a:p>
        </p:txBody>
      </p:sp>
      <p:sp>
        <p:nvSpPr>
          <p:cNvPr id="144" name="Shape 144"/>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ustom layout 17">
    <p:bg>
      <p:bgPr>
        <a:solidFill>
          <a:srgbClr val="FFFFFF"/>
        </a:solidFill>
        <a:effectLst/>
      </p:bgPr>
    </p:bg>
    <p:spTree>
      <p:nvGrpSpPr>
        <p:cNvPr id="1" name="Shape 145"/>
        <p:cNvGrpSpPr/>
        <p:nvPr/>
      </p:nvGrpSpPr>
      <p:grpSpPr>
        <a:xfrm>
          <a:off x="0" y="0"/>
          <a:ext cx="0" cy="0"/>
          <a:chOff x="0" y="0"/>
          <a:chExt cx="0" cy="0"/>
        </a:xfrm>
      </p:grpSpPr>
      <p:sp>
        <p:nvSpPr>
          <p:cNvPr id="146" name="Shape 146"/>
          <p:cNvSpPr/>
          <p:nvPr/>
        </p:nvSpPr>
        <p:spPr>
          <a:xfrm>
            <a:off x="0" y="0"/>
            <a:ext cx="9144000" cy="5143500"/>
          </a:xfrm>
          <a:prstGeom prst="rect">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47" name="Shape 147"/>
          <p:cNvSpPr/>
          <p:nvPr/>
        </p:nvSpPr>
        <p:spPr>
          <a:xfrm>
            <a:off x="0" y="0"/>
            <a:ext cx="3512700" cy="5143500"/>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148" name="Shape 148"/>
          <p:cNvSpPr txBox="1">
            <a:spLocks noGrp="1"/>
          </p:cNvSpPr>
          <p:nvPr>
            <p:ph type="title"/>
          </p:nvPr>
        </p:nvSpPr>
        <p:spPr>
          <a:xfrm>
            <a:off x="311700" y="307825"/>
            <a:ext cx="2631900" cy="4316700"/>
          </a:xfrm>
          <a:prstGeom prst="rect">
            <a:avLst/>
          </a:prstGeom>
          <a:noFill/>
        </p:spPr>
        <p:txBody>
          <a:bodyPr lIns="91425" tIns="91425" rIns="91425" bIns="91425" anchor="t" anchorCtr="0"/>
          <a:lstStyle>
            <a:lvl1pPr lvl="0" algn="l" rtl="0">
              <a:lnSpc>
                <a:spcPct val="100000"/>
              </a:lnSpc>
              <a:spcBef>
                <a:spcPts val="0"/>
              </a:spcBef>
              <a:spcAft>
                <a:spcPts val="0"/>
              </a:spcAft>
              <a:buClr>
                <a:srgbClr val="FFFFFF"/>
              </a:buClr>
              <a:buSzPct val="100000"/>
              <a:buNone/>
              <a:defRPr sz="3000" b="1">
                <a:solidFill>
                  <a:srgbClr val="FFFFFF"/>
                </a:solidFill>
              </a:defRPr>
            </a:lvl1pPr>
            <a:lvl2pPr lvl="1" algn="l" rtl="0">
              <a:lnSpc>
                <a:spcPct val="100000"/>
              </a:lnSpc>
              <a:spcBef>
                <a:spcPts val="0"/>
              </a:spcBef>
              <a:spcAft>
                <a:spcPts val="0"/>
              </a:spcAft>
              <a:buClr>
                <a:srgbClr val="FFFFFF"/>
              </a:buClr>
              <a:buSzPct val="100000"/>
              <a:buNone/>
              <a:defRPr sz="3000" b="1">
                <a:solidFill>
                  <a:srgbClr val="FFFFFF"/>
                </a:solidFill>
              </a:defRPr>
            </a:lvl2pPr>
            <a:lvl3pPr lvl="2" algn="l" rtl="0">
              <a:lnSpc>
                <a:spcPct val="100000"/>
              </a:lnSpc>
              <a:spcBef>
                <a:spcPts val="0"/>
              </a:spcBef>
              <a:spcAft>
                <a:spcPts val="0"/>
              </a:spcAft>
              <a:buClr>
                <a:srgbClr val="FFFFFF"/>
              </a:buClr>
              <a:buSzPct val="100000"/>
              <a:buNone/>
              <a:defRPr sz="3000" b="1">
                <a:solidFill>
                  <a:srgbClr val="FFFFFF"/>
                </a:solidFill>
              </a:defRPr>
            </a:lvl3pPr>
            <a:lvl4pPr lvl="3" algn="l" rtl="0">
              <a:lnSpc>
                <a:spcPct val="100000"/>
              </a:lnSpc>
              <a:spcBef>
                <a:spcPts val="0"/>
              </a:spcBef>
              <a:spcAft>
                <a:spcPts val="0"/>
              </a:spcAft>
              <a:buClr>
                <a:srgbClr val="FFFFFF"/>
              </a:buClr>
              <a:buSzPct val="100000"/>
              <a:buNone/>
              <a:defRPr sz="3000" b="1">
                <a:solidFill>
                  <a:srgbClr val="FFFFFF"/>
                </a:solidFill>
              </a:defRPr>
            </a:lvl4pPr>
            <a:lvl5pPr lvl="4" algn="l" rtl="0">
              <a:lnSpc>
                <a:spcPct val="100000"/>
              </a:lnSpc>
              <a:spcBef>
                <a:spcPts val="0"/>
              </a:spcBef>
              <a:spcAft>
                <a:spcPts val="0"/>
              </a:spcAft>
              <a:buClr>
                <a:srgbClr val="FFFFFF"/>
              </a:buClr>
              <a:buSzPct val="100000"/>
              <a:buNone/>
              <a:defRPr sz="3000" b="1">
                <a:solidFill>
                  <a:srgbClr val="FFFFFF"/>
                </a:solidFill>
              </a:defRPr>
            </a:lvl5pPr>
            <a:lvl6pPr lvl="5" algn="l" rtl="0">
              <a:lnSpc>
                <a:spcPct val="100000"/>
              </a:lnSpc>
              <a:spcBef>
                <a:spcPts val="0"/>
              </a:spcBef>
              <a:spcAft>
                <a:spcPts val="0"/>
              </a:spcAft>
              <a:buClr>
                <a:srgbClr val="FFFFFF"/>
              </a:buClr>
              <a:buSzPct val="100000"/>
              <a:buNone/>
              <a:defRPr sz="3000" b="1">
                <a:solidFill>
                  <a:srgbClr val="FFFFFF"/>
                </a:solidFill>
              </a:defRPr>
            </a:lvl6pPr>
            <a:lvl7pPr lvl="6" algn="l" rtl="0">
              <a:lnSpc>
                <a:spcPct val="100000"/>
              </a:lnSpc>
              <a:spcBef>
                <a:spcPts val="0"/>
              </a:spcBef>
              <a:spcAft>
                <a:spcPts val="0"/>
              </a:spcAft>
              <a:buClr>
                <a:srgbClr val="FFFFFF"/>
              </a:buClr>
              <a:buSzPct val="100000"/>
              <a:buNone/>
              <a:defRPr sz="3000" b="1">
                <a:solidFill>
                  <a:srgbClr val="FFFFFF"/>
                </a:solidFill>
              </a:defRPr>
            </a:lvl7pPr>
            <a:lvl8pPr lvl="7" algn="l" rtl="0">
              <a:lnSpc>
                <a:spcPct val="100000"/>
              </a:lnSpc>
              <a:spcBef>
                <a:spcPts val="0"/>
              </a:spcBef>
              <a:spcAft>
                <a:spcPts val="0"/>
              </a:spcAft>
              <a:buClr>
                <a:srgbClr val="FFFFFF"/>
              </a:buClr>
              <a:buSzPct val="100000"/>
              <a:buNone/>
              <a:defRPr sz="3000" b="1">
                <a:solidFill>
                  <a:srgbClr val="FFFFFF"/>
                </a:solidFill>
              </a:defRPr>
            </a:lvl8pPr>
            <a:lvl9pPr lvl="8" algn="l" rtl="0">
              <a:lnSpc>
                <a:spcPct val="100000"/>
              </a:lnSpc>
              <a:spcBef>
                <a:spcPts val="0"/>
              </a:spcBef>
              <a:spcAft>
                <a:spcPts val="0"/>
              </a:spcAft>
              <a:buClr>
                <a:srgbClr val="FFFFFF"/>
              </a:buClr>
              <a:buSzPct val="100000"/>
              <a:buNone/>
              <a:defRPr sz="3000" b="1">
                <a:solidFill>
                  <a:srgbClr val="FFFFFF"/>
                </a:solidFill>
              </a:defRPr>
            </a:lvl9pPr>
          </a:lstStyle>
          <a:p>
            <a:endParaRPr/>
          </a:p>
        </p:txBody>
      </p:sp>
      <p:sp>
        <p:nvSpPr>
          <p:cNvPr id="149" name="Shape 149"/>
          <p:cNvSpPr txBox="1">
            <a:spLocks noGrp="1"/>
          </p:cNvSpPr>
          <p:nvPr>
            <p:ph type="body" idx="1"/>
          </p:nvPr>
        </p:nvSpPr>
        <p:spPr>
          <a:xfrm>
            <a:off x="4011825" y="364950"/>
            <a:ext cx="4850400" cy="4259700"/>
          </a:xfrm>
          <a:prstGeom prst="rect">
            <a:avLst/>
          </a:prstGeom>
          <a:noFill/>
        </p:spPr>
        <p:txBody>
          <a:bodyPr lIns="91425" tIns="91425" rIns="91425" bIns="91425" anchor="t" anchorCtr="0"/>
          <a:lstStyle>
            <a:lvl1pPr lvl="0" algn="l" rtl="0">
              <a:lnSpc>
                <a:spcPct val="115000"/>
              </a:lnSpc>
              <a:spcBef>
                <a:spcPts val="0"/>
              </a:spcBef>
              <a:spcAft>
                <a:spcPts val="1600"/>
              </a:spcAft>
              <a:buClr>
                <a:schemeClr val="dk2"/>
              </a:buClr>
              <a:buSzPct val="100000"/>
              <a:defRPr sz="1800">
                <a:solidFill>
                  <a:schemeClr val="dk2"/>
                </a:solidFill>
              </a:defRPr>
            </a:lvl1pPr>
            <a:lvl2pPr lvl="1" algn="l" rtl="0">
              <a:lnSpc>
                <a:spcPct val="115000"/>
              </a:lnSpc>
              <a:spcBef>
                <a:spcPts val="0"/>
              </a:spcBef>
              <a:spcAft>
                <a:spcPts val="1600"/>
              </a:spcAft>
              <a:buClr>
                <a:schemeClr val="dk2"/>
              </a:buClr>
              <a:defRPr sz="1400">
                <a:solidFill>
                  <a:schemeClr val="dk2"/>
                </a:solidFill>
              </a:defRPr>
            </a:lvl2pPr>
            <a:lvl3pPr lvl="2" algn="l" rtl="0">
              <a:lnSpc>
                <a:spcPct val="115000"/>
              </a:lnSpc>
              <a:spcBef>
                <a:spcPts val="0"/>
              </a:spcBef>
              <a:spcAft>
                <a:spcPts val="1600"/>
              </a:spcAft>
              <a:buClr>
                <a:schemeClr val="dk2"/>
              </a:buClr>
              <a:defRPr sz="1400">
                <a:solidFill>
                  <a:schemeClr val="dk2"/>
                </a:solidFill>
              </a:defRPr>
            </a:lvl3pPr>
            <a:lvl4pPr lvl="3" algn="l" rtl="0">
              <a:lnSpc>
                <a:spcPct val="115000"/>
              </a:lnSpc>
              <a:spcBef>
                <a:spcPts val="0"/>
              </a:spcBef>
              <a:spcAft>
                <a:spcPts val="1600"/>
              </a:spcAft>
              <a:buClr>
                <a:schemeClr val="dk2"/>
              </a:buClr>
              <a:defRPr sz="1400">
                <a:solidFill>
                  <a:schemeClr val="dk2"/>
                </a:solidFill>
              </a:defRPr>
            </a:lvl4pPr>
            <a:lvl5pPr lvl="4" algn="l" rtl="0">
              <a:lnSpc>
                <a:spcPct val="115000"/>
              </a:lnSpc>
              <a:spcBef>
                <a:spcPts val="0"/>
              </a:spcBef>
              <a:spcAft>
                <a:spcPts val="1600"/>
              </a:spcAft>
              <a:buClr>
                <a:schemeClr val="dk2"/>
              </a:buClr>
              <a:defRPr sz="1400">
                <a:solidFill>
                  <a:schemeClr val="dk2"/>
                </a:solidFill>
              </a:defRPr>
            </a:lvl5pPr>
            <a:lvl6pPr lvl="5" algn="l" rtl="0">
              <a:lnSpc>
                <a:spcPct val="115000"/>
              </a:lnSpc>
              <a:spcBef>
                <a:spcPts val="0"/>
              </a:spcBef>
              <a:spcAft>
                <a:spcPts val="1600"/>
              </a:spcAft>
              <a:buClr>
                <a:schemeClr val="dk2"/>
              </a:buClr>
              <a:defRPr sz="1400">
                <a:solidFill>
                  <a:schemeClr val="dk2"/>
                </a:solidFill>
              </a:defRPr>
            </a:lvl6pPr>
            <a:lvl7pPr lvl="6" algn="l" rtl="0">
              <a:lnSpc>
                <a:spcPct val="115000"/>
              </a:lnSpc>
              <a:spcBef>
                <a:spcPts val="0"/>
              </a:spcBef>
              <a:spcAft>
                <a:spcPts val="1600"/>
              </a:spcAft>
              <a:buClr>
                <a:schemeClr val="dk2"/>
              </a:buClr>
              <a:defRPr sz="1400">
                <a:solidFill>
                  <a:schemeClr val="dk2"/>
                </a:solidFill>
              </a:defRPr>
            </a:lvl7pPr>
            <a:lvl8pPr lvl="7" algn="l" rtl="0">
              <a:lnSpc>
                <a:spcPct val="115000"/>
              </a:lnSpc>
              <a:spcBef>
                <a:spcPts val="0"/>
              </a:spcBef>
              <a:spcAft>
                <a:spcPts val="1600"/>
              </a:spcAft>
              <a:buClr>
                <a:schemeClr val="dk2"/>
              </a:buClr>
              <a:defRPr sz="1400">
                <a:solidFill>
                  <a:schemeClr val="dk2"/>
                </a:solidFill>
              </a:defRPr>
            </a:lvl8pPr>
            <a:lvl9pPr lvl="8" algn="l" rtl="0">
              <a:lnSpc>
                <a:spcPct val="115000"/>
              </a:lnSpc>
              <a:spcBef>
                <a:spcPts val="0"/>
              </a:spcBef>
              <a:spcAft>
                <a:spcPts val="1600"/>
              </a:spcAft>
              <a:buClr>
                <a:schemeClr val="dk2"/>
              </a:buClr>
              <a:defRPr sz="1400">
                <a:solidFill>
                  <a:schemeClr val="dk2"/>
                </a:solidFill>
              </a:defRPr>
            </a:lvl9pPr>
          </a:lstStyle>
          <a:p>
            <a:endParaRPr/>
          </a:p>
        </p:txBody>
      </p:sp>
      <p:sp>
        <p:nvSpPr>
          <p:cNvPr id="150" name="Shape 150"/>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rtl="0">
              <a:lnSpc>
                <a:spcPct val="100000"/>
              </a:lnSpc>
              <a:spcBef>
                <a:spcPts val="0"/>
              </a:spcBef>
              <a:spcAft>
                <a:spcPts val="0"/>
              </a:spcAft>
              <a:buNone/>
            </a:pPr>
            <a:fld id="{00000000-1234-1234-1234-123412341234}" type="slidenum">
              <a:rPr lang="en" sz="1000">
                <a:solidFill>
                  <a:schemeClr val="dk2"/>
                </a:solidFill>
              </a:rPr>
              <a:t>‹#›</a:t>
            </a:fld>
            <a:endParaRPr lang="en" sz="1000">
              <a:solidFill>
                <a:schemeClr val="dk2"/>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Custom layout 16">
    <p:bg>
      <p:bgPr>
        <a:solidFill>
          <a:srgbClr val="FFFFFF"/>
        </a:solidFill>
        <a:effectLst/>
      </p:bgPr>
    </p:bg>
    <p:spTree>
      <p:nvGrpSpPr>
        <p:cNvPr id="1" name="Shape 151"/>
        <p:cNvGrpSpPr/>
        <p:nvPr/>
      </p:nvGrpSpPr>
      <p:grpSpPr>
        <a:xfrm>
          <a:off x="0" y="0"/>
          <a:ext cx="0" cy="0"/>
          <a:chOff x="0" y="0"/>
          <a:chExt cx="0" cy="0"/>
        </a:xfrm>
      </p:grpSpPr>
      <p:sp>
        <p:nvSpPr>
          <p:cNvPr id="152" name="Shape 152"/>
          <p:cNvSpPr/>
          <p:nvPr/>
        </p:nvSpPr>
        <p:spPr>
          <a:xfrm>
            <a:off x="0" y="0"/>
            <a:ext cx="9144000" cy="5143500"/>
          </a:xfrm>
          <a:prstGeom prst="rect">
            <a:avLst/>
          </a:prstGeom>
          <a:solidFill>
            <a:srgbClr val="FFFFFF"/>
          </a:solidFill>
          <a:ln>
            <a:noFill/>
          </a:ln>
        </p:spPr>
        <p:txBody>
          <a:bodyPr lIns="91425" tIns="91425" rIns="91425" bIns="91425" anchor="ctr" anchorCtr="0">
            <a:noAutofit/>
          </a:bodyPr>
          <a:lstStyle/>
          <a:p>
            <a:pPr lvl="0">
              <a:spcBef>
                <a:spcPts val="0"/>
              </a:spcBef>
              <a:buNone/>
            </a:pPr>
            <a:endParaRPr/>
          </a:p>
        </p:txBody>
      </p:sp>
      <p:sp>
        <p:nvSpPr>
          <p:cNvPr id="153" name="Shape 153"/>
          <p:cNvSpPr/>
          <p:nvPr/>
        </p:nvSpPr>
        <p:spPr>
          <a:xfrm>
            <a:off x="0" y="25"/>
            <a:ext cx="4011000" cy="5143500"/>
          </a:xfrm>
          <a:prstGeom prst="rect">
            <a:avLst/>
          </a:prstGeom>
          <a:solidFill>
            <a:schemeClr val="dk1"/>
          </a:solidFill>
          <a:ln>
            <a:noFill/>
          </a:ln>
        </p:spPr>
        <p:txBody>
          <a:bodyPr lIns="91425" tIns="91425" rIns="91425" bIns="91425" anchor="ctr" anchorCtr="0">
            <a:noAutofit/>
          </a:bodyPr>
          <a:lstStyle/>
          <a:p>
            <a:pPr lvl="0">
              <a:spcBef>
                <a:spcPts val="0"/>
              </a:spcBef>
              <a:buNone/>
            </a:pPr>
            <a:endParaRPr/>
          </a:p>
        </p:txBody>
      </p:sp>
      <p:sp>
        <p:nvSpPr>
          <p:cNvPr id="154" name="Shape 154"/>
          <p:cNvSpPr txBox="1">
            <a:spLocks noGrp="1"/>
          </p:cNvSpPr>
          <p:nvPr>
            <p:ph type="ctrTitle"/>
          </p:nvPr>
        </p:nvSpPr>
        <p:spPr>
          <a:xfrm>
            <a:off x="315175" y="318675"/>
            <a:ext cx="3224400" cy="3020400"/>
          </a:xfrm>
          <a:prstGeom prst="rect">
            <a:avLst/>
          </a:prstGeom>
          <a:noFill/>
        </p:spPr>
        <p:txBody>
          <a:bodyPr lIns="91425" tIns="91425" rIns="91425" bIns="91425" anchor="t" anchorCtr="0"/>
          <a:lstStyle>
            <a:lvl1pPr lvl="0" algn="l">
              <a:lnSpc>
                <a:spcPct val="100000"/>
              </a:lnSpc>
              <a:spcBef>
                <a:spcPts val="0"/>
              </a:spcBef>
              <a:spcAft>
                <a:spcPts val="0"/>
              </a:spcAft>
              <a:buClr>
                <a:schemeClr val="lt1"/>
              </a:buClr>
              <a:buSzPct val="100000"/>
              <a:buNone/>
              <a:defRPr sz="3000">
                <a:solidFill>
                  <a:schemeClr val="lt1"/>
                </a:solidFill>
              </a:defRPr>
            </a:lvl1pPr>
            <a:lvl2pPr lvl="1" algn="l">
              <a:lnSpc>
                <a:spcPct val="100000"/>
              </a:lnSpc>
              <a:spcBef>
                <a:spcPts val="0"/>
              </a:spcBef>
              <a:spcAft>
                <a:spcPts val="0"/>
              </a:spcAft>
              <a:buClr>
                <a:schemeClr val="lt1"/>
              </a:buClr>
              <a:buSzPct val="100000"/>
              <a:buNone/>
              <a:defRPr sz="3000">
                <a:solidFill>
                  <a:schemeClr val="lt1"/>
                </a:solidFill>
              </a:defRPr>
            </a:lvl2pPr>
            <a:lvl3pPr lvl="2" algn="l">
              <a:lnSpc>
                <a:spcPct val="100000"/>
              </a:lnSpc>
              <a:spcBef>
                <a:spcPts val="0"/>
              </a:spcBef>
              <a:spcAft>
                <a:spcPts val="0"/>
              </a:spcAft>
              <a:buClr>
                <a:schemeClr val="lt1"/>
              </a:buClr>
              <a:buSzPct val="100000"/>
              <a:buNone/>
              <a:defRPr sz="3000">
                <a:solidFill>
                  <a:schemeClr val="lt1"/>
                </a:solidFill>
              </a:defRPr>
            </a:lvl3pPr>
            <a:lvl4pPr lvl="3" algn="l">
              <a:lnSpc>
                <a:spcPct val="100000"/>
              </a:lnSpc>
              <a:spcBef>
                <a:spcPts val="0"/>
              </a:spcBef>
              <a:spcAft>
                <a:spcPts val="0"/>
              </a:spcAft>
              <a:buClr>
                <a:schemeClr val="lt1"/>
              </a:buClr>
              <a:buSzPct val="100000"/>
              <a:buNone/>
              <a:defRPr sz="3000">
                <a:solidFill>
                  <a:schemeClr val="lt1"/>
                </a:solidFill>
              </a:defRPr>
            </a:lvl4pPr>
            <a:lvl5pPr lvl="4" algn="l">
              <a:lnSpc>
                <a:spcPct val="100000"/>
              </a:lnSpc>
              <a:spcBef>
                <a:spcPts val="0"/>
              </a:spcBef>
              <a:spcAft>
                <a:spcPts val="0"/>
              </a:spcAft>
              <a:buClr>
                <a:schemeClr val="lt1"/>
              </a:buClr>
              <a:buSzPct val="100000"/>
              <a:buNone/>
              <a:defRPr sz="3000">
                <a:solidFill>
                  <a:schemeClr val="lt1"/>
                </a:solidFill>
              </a:defRPr>
            </a:lvl5pPr>
            <a:lvl6pPr lvl="5" algn="l">
              <a:lnSpc>
                <a:spcPct val="100000"/>
              </a:lnSpc>
              <a:spcBef>
                <a:spcPts val="0"/>
              </a:spcBef>
              <a:spcAft>
                <a:spcPts val="0"/>
              </a:spcAft>
              <a:buClr>
                <a:schemeClr val="lt1"/>
              </a:buClr>
              <a:buSzPct val="100000"/>
              <a:buNone/>
              <a:defRPr sz="3000">
                <a:solidFill>
                  <a:schemeClr val="lt1"/>
                </a:solidFill>
              </a:defRPr>
            </a:lvl6pPr>
            <a:lvl7pPr lvl="6" algn="l">
              <a:lnSpc>
                <a:spcPct val="100000"/>
              </a:lnSpc>
              <a:spcBef>
                <a:spcPts val="0"/>
              </a:spcBef>
              <a:spcAft>
                <a:spcPts val="0"/>
              </a:spcAft>
              <a:buClr>
                <a:schemeClr val="lt1"/>
              </a:buClr>
              <a:buSzPct val="100000"/>
              <a:buNone/>
              <a:defRPr sz="3000">
                <a:solidFill>
                  <a:schemeClr val="lt1"/>
                </a:solidFill>
              </a:defRPr>
            </a:lvl7pPr>
            <a:lvl8pPr lvl="7" algn="l">
              <a:lnSpc>
                <a:spcPct val="100000"/>
              </a:lnSpc>
              <a:spcBef>
                <a:spcPts val="0"/>
              </a:spcBef>
              <a:spcAft>
                <a:spcPts val="0"/>
              </a:spcAft>
              <a:buClr>
                <a:schemeClr val="lt1"/>
              </a:buClr>
              <a:buSzPct val="100000"/>
              <a:buNone/>
              <a:defRPr sz="3000">
                <a:solidFill>
                  <a:schemeClr val="lt1"/>
                </a:solidFill>
              </a:defRPr>
            </a:lvl8pPr>
            <a:lvl9pPr lvl="8" algn="l">
              <a:lnSpc>
                <a:spcPct val="100000"/>
              </a:lnSpc>
              <a:spcBef>
                <a:spcPts val="0"/>
              </a:spcBef>
              <a:spcAft>
                <a:spcPts val="0"/>
              </a:spcAft>
              <a:buClr>
                <a:schemeClr val="lt1"/>
              </a:buClr>
              <a:buSzPct val="100000"/>
              <a:buNone/>
              <a:defRPr sz="3000">
                <a:solidFill>
                  <a:schemeClr val="lt1"/>
                </a:solidFill>
              </a:defRPr>
            </a:lvl9pPr>
          </a:lstStyle>
          <a:p>
            <a:endParaRPr/>
          </a:p>
        </p:txBody>
      </p:sp>
      <p:sp>
        <p:nvSpPr>
          <p:cNvPr id="155" name="Shape 155"/>
          <p:cNvSpPr txBox="1">
            <a:spLocks noGrp="1"/>
          </p:cNvSpPr>
          <p:nvPr>
            <p:ph type="sldNum" idx="12"/>
          </p:nvPr>
        </p:nvSpPr>
        <p:spPr>
          <a:xfrm>
            <a:off x="8472457" y="4663216"/>
            <a:ext cx="548700" cy="393600"/>
          </a:xfrm>
          <a:prstGeom prst="rect">
            <a:avLst/>
          </a:prstGeom>
          <a:noFill/>
        </p:spPr>
        <p:txBody>
          <a:bodyPr lIns="91425" tIns="91425" rIns="91425" bIns="91425" anchor="ctr" anchorCtr="0">
            <a:noAutofit/>
          </a:bodyPr>
          <a:lstStyle/>
          <a:p>
            <a:pPr lvl="0" algn="r">
              <a:lnSpc>
                <a:spcPct val="100000"/>
              </a:lnSpc>
              <a:spcBef>
                <a:spcPts val="0"/>
              </a:spcBef>
              <a:spcAft>
                <a:spcPts val="0"/>
              </a:spcAft>
              <a:buNone/>
            </a:pPr>
            <a:fld id="{00000000-1234-1234-1234-123412341234}" type="slidenum">
              <a:rPr lang="en" sz="1000">
                <a:solidFill>
                  <a:schemeClr val="dk1"/>
                </a:solidFill>
              </a:rPr>
              <a:t>‹#›</a:t>
            </a:fld>
            <a:endParaRPr lang="en" sz="1000">
              <a:solidFill>
                <a:schemeClr val="dk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lIns="91425" tIns="91425" rIns="91425" bIns="91425" anchor="t" anchorCtr="0"/>
          <a:lstStyle>
            <a:lvl1pPr lvl="0">
              <a:spcBef>
                <a:spcPts val="0"/>
              </a:spcBef>
              <a:buClr>
                <a:schemeClr val="dk1"/>
              </a:buClr>
              <a:buSzPct val="100000"/>
              <a:buFont typeface="Oswald"/>
              <a:buNone/>
              <a:defRPr sz="3000">
                <a:solidFill>
                  <a:schemeClr val="dk1"/>
                </a:solidFill>
                <a:latin typeface="Oswald"/>
                <a:ea typeface="Oswald"/>
                <a:cs typeface="Oswald"/>
                <a:sym typeface="Oswald"/>
              </a:defRPr>
            </a:lvl1pPr>
            <a:lvl2pPr lvl="1">
              <a:spcBef>
                <a:spcPts val="0"/>
              </a:spcBef>
              <a:buClr>
                <a:schemeClr val="dk1"/>
              </a:buClr>
              <a:buSzPct val="100000"/>
              <a:buFont typeface="Oswald"/>
              <a:buNone/>
              <a:defRPr sz="3000">
                <a:solidFill>
                  <a:schemeClr val="dk1"/>
                </a:solidFill>
                <a:latin typeface="Oswald"/>
                <a:ea typeface="Oswald"/>
                <a:cs typeface="Oswald"/>
                <a:sym typeface="Oswald"/>
              </a:defRPr>
            </a:lvl2pPr>
            <a:lvl3pPr lvl="2">
              <a:spcBef>
                <a:spcPts val="0"/>
              </a:spcBef>
              <a:buClr>
                <a:schemeClr val="dk1"/>
              </a:buClr>
              <a:buSzPct val="100000"/>
              <a:buFont typeface="Oswald"/>
              <a:buNone/>
              <a:defRPr sz="3000">
                <a:solidFill>
                  <a:schemeClr val="dk1"/>
                </a:solidFill>
                <a:latin typeface="Oswald"/>
                <a:ea typeface="Oswald"/>
                <a:cs typeface="Oswald"/>
                <a:sym typeface="Oswald"/>
              </a:defRPr>
            </a:lvl3pPr>
            <a:lvl4pPr lvl="3">
              <a:spcBef>
                <a:spcPts val="0"/>
              </a:spcBef>
              <a:buClr>
                <a:schemeClr val="dk1"/>
              </a:buClr>
              <a:buSzPct val="100000"/>
              <a:buFont typeface="Oswald"/>
              <a:buNone/>
              <a:defRPr sz="3000">
                <a:solidFill>
                  <a:schemeClr val="dk1"/>
                </a:solidFill>
                <a:latin typeface="Oswald"/>
                <a:ea typeface="Oswald"/>
                <a:cs typeface="Oswald"/>
                <a:sym typeface="Oswald"/>
              </a:defRPr>
            </a:lvl4pPr>
            <a:lvl5pPr lvl="4">
              <a:spcBef>
                <a:spcPts val="0"/>
              </a:spcBef>
              <a:buClr>
                <a:schemeClr val="dk1"/>
              </a:buClr>
              <a:buSzPct val="100000"/>
              <a:buFont typeface="Oswald"/>
              <a:buNone/>
              <a:defRPr sz="3000">
                <a:solidFill>
                  <a:schemeClr val="dk1"/>
                </a:solidFill>
                <a:latin typeface="Oswald"/>
                <a:ea typeface="Oswald"/>
                <a:cs typeface="Oswald"/>
                <a:sym typeface="Oswald"/>
              </a:defRPr>
            </a:lvl5pPr>
            <a:lvl6pPr lvl="5">
              <a:spcBef>
                <a:spcPts val="0"/>
              </a:spcBef>
              <a:buClr>
                <a:schemeClr val="dk1"/>
              </a:buClr>
              <a:buSzPct val="100000"/>
              <a:buFont typeface="Oswald"/>
              <a:buNone/>
              <a:defRPr sz="3000">
                <a:solidFill>
                  <a:schemeClr val="dk1"/>
                </a:solidFill>
                <a:latin typeface="Oswald"/>
                <a:ea typeface="Oswald"/>
                <a:cs typeface="Oswald"/>
                <a:sym typeface="Oswald"/>
              </a:defRPr>
            </a:lvl6pPr>
            <a:lvl7pPr lvl="6">
              <a:spcBef>
                <a:spcPts val="0"/>
              </a:spcBef>
              <a:buClr>
                <a:schemeClr val="dk1"/>
              </a:buClr>
              <a:buSzPct val="100000"/>
              <a:buFont typeface="Oswald"/>
              <a:buNone/>
              <a:defRPr sz="3000">
                <a:solidFill>
                  <a:schemeClr val="dk1"/>
                </a:solidFill>
                <a:latin typeface="Oswald"/>
                <a:ea typeface="Oswald"/>
                <a:cs typeface="Oswald"/>
                <a:sym typeface="Oswald"/>
              </a:defRPr>
            </a:lvl7pPr>
            <a:lvl8pPr lvl="7">
              <a:spcBef>
                <a:spcPts val="0"/>
              </a:spcBef>
              <a:buClr>
                <a:schemeClr val="dk1"/>
              </a:buClr>
              <a:buSzPct val="100000"/>
              <a:buFont typeface="Oswald"/>
              <a:buNone/>
              <a:defRPr sz="3000">
                <a:solidFill>
                  <a:schemeClr val="dk1"/>
                </a:solidFill>
                <a:latin typeface="Oswald"/>
                <a:ea typeface="Oswald"/>
                <a:cs typeface="Oswald"/>
                <a:sym typeface="Oswald"/>
              </a:defRPr>
            </a:lvl8pPr>
            <a:lvl9pPr lvl="8">
              <a:spcBef>
                <a:spcPts val="0"/>
              </a:spcBef>
              <a:buClr>
                <a:schemeClr val="dk1"/>
              </a:buClr>
              <a:buSzPct val="100000"/>
              <a:buFont typeface="Oswald"/>
              <a:buNone/>
              <a:defRPr sz="3000">
                <a:solidFill>
                  <a:schemeClr val="dk1"/>
                </a:solidFill>
                <a:latin typeface="Oswald"/>
                <a:ea typeface="Oswald"/>
                <a:cs typeface="Oswald"/>
                <a:sym typeface="Oswald"/>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accent3"/>
              </a:buClr>
              <a:buSzPct val="100000"/>
              <a:buFont typeface="Average"/>
              <a:defRPr sz="1800">
                <a:solidFill>
                  <a:schemeClr val="accent3"/>
                </a:solidFill>
                <a:latin typeface="Average"/>
                <a:ea typeface="Average"/>
                <a:cs typeface="Average"/>
                <a:sym typeface="Average"/>
              </a:defRPr>
            </a:lvl1pPr>
            <a:lvl2pPr lvl="1">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2pPr>
            <a:lvl3pPr lvl="2">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3pPr>
            <a:lvl4pPr lvl="3">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4pPr>
            <a:lvl5pPr lvl="4">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5pPr>
            <a:lvl6pPr lvl="5">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6pPr>
            <a:lvl7pPr lvl="6">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7pPr>
            <a:lvl8pPr lvl="7">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8pPr>
            <a:lvl9pPr lvl="8">
              <a:lnSpc>
                <a:spcPct val="115000"/>
              </a:lnSpc>
              <a:spcBef>
                <a:spcPts val="0"/>
              </a:spcBef>
              <a:spcAft>
                <a:spcPts val="1600"/>
              </a:spcAft>
              <a:buClr>
                <a:schemeClr val="accent3"/>
              </a:buClr>
              <a:buFont typeface="Average"/>
              <a:defRPr>
                <a:solidFill>
                  <a:schemeClr val="accent3"/>
                </a:solidFill>
                <a:latin typeface="Average"/>
                <a:ea typeface="Average"/>
                <a:cs typeface="Average"/>
                <a:sym typeface="Average"/>
              </a:defRPr>
            </a:lvl9pPr>
          </a:lstStyle>
          <a:p>
            <a:endParaRPr/>
          </a:p>
        </p:txBody>
      </p:sp>
      <p:sp>
        <p:nvSpPr>
          <p:cNvPr id="8" name="Shape 8"/>
          <p:cNvSpPr txBox="1">
            <a:spLocks noGrp="1"/>
          </p:cNvSpPr>
          <p:nvPr>
            <p:ph type="sldNum" idx="12"/>
          </p:nvPr>
        </p:nvSpPr>
        <p:spPr>
          <a:xfrm>
            <a:off x="8490250" y="4681009"/>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accent3"/>
                </a:solidFill>
                <a:latin typeface="Average"/>
                <a:ea typeface="Average"/>
                <a:cs typeface="Average"/>
                <a:sym typeface="Average"/>
              </a:rPr>
              <a:t>‹#›</a:t>
            </a:fld>
            <a:endParaRPr lang="en" sz="1000">
              <a:solidFill>
                <a:schemeClr val="accent3"/>
              </a:solidFill>
              <a:latin typeface="Average"/>
              <a:ea typeface="Average"/>
              <a:cs typeface="Average"/>
              <a:sym typeface="Average"/>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Shape 160" descr="https://upload.wikimedia.org/wikipedia/commons/3/36/Privy_Council_%28Japan%29.jpg"/>
          <p:cNvPicPr preferRelativeResize="0"/>
          <p:nvPr/>
        </p:nvPicPr>
        <p:blipFill>
          <a:blip r:embed="rId3">
            <a:alphaModFix amt="50000"/>
          </a:blip>
          <a:stretch>
            <a:fillRect/>
          </a:stretch>
        </p:blipFill>
        <p:spPr>
          <a:xfrm>
            <a:off x="0" y="0"/>
            <a:ext cx="9144000" cy="5143500"/>
          </a:xfrm>
          <a:prstGeom prst="rect">
            <a:avLst/>
          </a:prstGeom>
          <a:noFill/>
          <a:ln>
            <a:noFill/>
          </a:ln>
        </p:spPr>
      </p:pic>
      <p:sp>
        <p:nvSpPr>
          <p:cNvPr id="161" name="Shape 161"/>
          <p:cNvSpPr txBox="1">
            <a:spLocks noGrp="1"/>
          </p:cNvSpPr>
          <p:nvPr>
            <p:ph type="ctrTitle"/>
          </p:nvPr>
        </p:nvSpPr>
        <p:spPr>
          <a:xfrm>
            <a:off x="671257" y="990800"/>
            <a:ext cx="7801500" cy="1730100"/>
          </a:xfrm>
          <a:prstGeom prst="rect">
            <a:avLst/>
          </a:prstGeom>
        </p:spPr>
        <p:txBody>
          <a:bodyPr lIns="91425" tIns="91425" rIns="91425" bIns="91425" anchor="b" anchorCtr="0">
            <a:noAutofit/>
          </a:bodyPr>
          <a:lstStyle/>
          <a:p>
            <a:pPr lvl="0">
              <a:spcBef>
                <a:spcPts val="0"/>
              </a:spcBef>
              <a:buNone/>
            </a:pPr>
            <a:r>
              <a:rPr lang="en" sz="4800" dirty="0">
                <a:latin typeface="Myriad Pro Cond" panose="020B0506030403020204" pitchFamily="34" charset="0"/>
              </a:rPr>
              <a:t>LEGITIMATION CRISIS </a:t>
            </a:r>
          </a:p>
          <a:p>
            <a:pPr lvl="0">
              <a:spcBef>
                <a:spcPts val="0"/>
              </a:spcBef>
              <a:buNone/>
            </a:pPr>
            <a:r>
              <a:rPr lang="en" sz="3000" dirty="0">
                <a:latin typeface="Myriad Pro Cond" panose="020B0506030403020204" pitchFamily="34" charset="0"/>
              </a:rPr>
              <a:t>OF THE </a:t>
            </a:r>
          </a:p>
          <a:p>
            <a:pPr lvl="0" rtl="0">
              <a:spcBef>
                <a:spcPts val="0"/>
              </a:spcBef>
              <a:buNone/>
            </a:pPr>
            <a:r>
              <a:rPr lang="en" sz="4800" dirty="0">
                <a:latin typeface="Myriad Pro Cond" panose="020B0506030403020204" pitchFamily="34" charset="0"/>
              </a:rPr>
              <a:t>JAPANESE CONSTITUTION</a:t>
            </a:r>
          </a:p>
        </p:txBody>
      </p:sp>
      <p:sp>
        <p:nvSpPr>
          <p:cNvPr id="162" name="Shape 162"/>
          <p:cNvSpPr txBox="1">
            <a:spLocks noGrp="1"/>
          </p:cNvSpPr>
          <p:nvPr>
            <p:ph type="subTitle" idx="1"/>
          </p:nvPr>
        </p:nvSpPr>
        <p:spPr>
          <a:xfrm>
            <a:off x="311700" y="3056675"/>
            <a:ext cx="8520600" cy="1324200"/>
          </a:xfrm>
          <a:prstGeom prst="rect">
            <a:avLst/>
          </a:prstGeom>
        </p:spPr>
        <p:txBody>
          <a:bodyPr lIns="91425" tIns="91425" rIns="91425" bIns="91425" anchor="t" anchorCtr="0">
            <a:noAutofit/>
          </a:bodyPr>
          <a:lstStyle/>
          <a:p>
            <a:pPr lvl="0">
              <a:spcBef>
                <a:spcPts val="0"/>
              </a:spcBef>
              <a:buNone/>
            </a:pPr>
            <a:r>
              <a:rPr lang="en">
                <a:solidFill>
                  <a:srgbClr val="FFFFFF"/>
                </a:solidFill>
              </a:rPr>
              <a:t>Keren Wang</a:t>
            </a:r>
          </a:p>
          <a:p>
            <a:pPr lvl="0" rtl="0">
              <a:spcBef>
                <a:spcPts val="0"/>
              </a:spcBef>
              <a:buNone/>
            </a:pPr>
            <a:r>
              <a:rPr lang="en" sz="1400">
                <a:solidFill>
                  <a:srgbClr val="EFEFEF"/>
                </a:solidFill>
              </a:rPr>
              <a:t>Penn State University | Department of Communication Arts &amp; Sciences</a:t>
            </a:r>
          </a:p>
          <a:p>
            <a:pPr lvl="0">
              <a:spcBef>
                <a:spcPts val="0"/>
              </a:spcBef>
              <a:buNone/>
            </a:pPr>
            <a:endParaRPr/>
          </a:p>
          <a:p>
            <a:pPr lvl="0">
              <a:spcBef>
                <a:spcPts val="0"/>
              </a:spcBef>
              <a:buNone/>
            </a:pPr>
            <a:r>
              <a:rPr lang="en">
                <a:solidFill>
                  <a:srgbClr val="FFFFFF"/>
                </a:solidFill>
              </a:rPr>
              <a:t>Tomonori Teraoka</a:t>
            </a:r>
          </a:p>
          <a:p>
            <a:pPr lvl="0" rtl="0">
              <a:spcBef>
                <a:spcPts val="0"/>
              </a:spcBef>
              <a:buNone/>
            </a:pPr>
            <a:r>
              <a:rPr lang="en" sz="1400">
                <a:solidFill>
                  <a:srgbClr val="EFEFEF"/>
                </a:solidFill>
              </a:rPr>
              <a:t>University of Pittsburgh | Department of Communication</a:t>
            </a:r>
          </a:p>
          <a:p>
            <a:pPr lvl="0">
              <a:spcBef>
                <a:spcPts val="0"/>
              </a:spcBef>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Shape 167" descr="https://upload.wikimedia.org/wikipedia/commons/thumb/d/db/Magna_Carta_%281297_version_with_seal%2C_owned_by_David_M_Rubenstein%29.png/800px-Magna_Carta_%281297_version_with_seal%2C_owned_by_David_M_Rubenstein%29.png"/>
          <p:cNvPicPr preferRelativeResize="0"/>
          <p:nvPr/>
        </p:nvPicPr>
        <p:blipFill rotWithShape="1">
          <a:blip r:embed="rId3">
            <a:alphaModFix amt="60000"/>
          </a:blip>
          <a:srcRect t="11090" b="11082"/>
          <a:stretch/>
        </p:blipFill>
        <p:spPr>
          <a:xfrm>
            <a:off x="0" y="0"/>
            <a:ext cx="3512599" cy="5143497"/>
          </a:xfrm>
          <a:prstGeom prst="rect">
            <a:avLst/>
          </a:prstGeom>
          <a:noFill/>
          <a:ln>
            <a:noFill/>
          </a:ln>
        </p:spPr>
      </p:pic>
      <p:sp>
        <p:nvSpPr>
          <p:cNvPr id="168" name="Shape 168"/>
          <p:cNvSpPr txBox="1">
            <a:spLocks noGrp="1"/>
          </p:cNvSpPr>
          <p:nvPr>
            <p:ph type="title"/>
          </p:nvPr>
        </p:nvSpPr>
        <p:spPr>
          <a:xfrm>
            <a:off x="311700" y="307825"/>
            <a:ext cx="2631900" cy="4316700"/>
          </a:xfrm>
          <a:prstGeom prst="rect">
            <a:avLst/>
          </a:prstGeom>
        </p:spPr>
        <p:txBody>
          <a:bodyPr lIns="91425" tIns="91425" rIns="91425" bIns="91425" anchor="ctr" anchorCtr="0">
            <a:noAutofit/>
          </a:bodyPr>
          <a:lstStyle/>
          <a:p>
            <a:pPr lvl="0">
              <a:spcBef>
                <a:spcPts val="0"/>
              </a:spcBef>
              <a:buNone/>
            </a:pPr>
            <a:r>
              <a:rPr lang="en" sz="3600" dirty="0">
                <a:latin typeface="Myriad Pro Cond" panose="020B0506030403020204" pitchFamily="34" charset="0"/>
              </a:rPr>
              <a:t>Two Questions on Constitutional Legitimacy:</a:t>
            </a:r>
          </a:p>
        </p:txBody>
      </p:sp>
      <p:sp>
        <p:nvSpPr>
          <p:cNvPr id="169" name="Shape 169"/>
          <p:cNvSpPr txBox="1">
            <a:spLocks noGrp="1"/>
          </p:cNvSpPr>
          <p:nvPr>
            <p:ph type="body" idx="1"/>
          </p:nvPr>
        </p:nvSpPr>
        <p:spPr>
          <a:xfrm>
            <a:off x="4011825" y="364950"/>
            <a:ext cx="4850400" cy="4259700"/>
          </a:xfrm>
          <a:prstGeom prst="rect">
            <a:avLst/>
          </a:prstGeom>
        </p:spPr>
        <p:txBody>
          <a:bodyPr lIns="91425" tIns="91425" rIns="91425" bIns="91425" anchor="ctr" anchorCtr="0">
            <a:noAutofit/>
          </a:bodyPr>
          <a:lstStyle/>
          <a:p>
            <a:pPr lvl="0" rtl="0">
              <a:spcBef>
                <a:spcPts val="0"/>
              </a:spcBef>
              <a:buNone/>
            </a:pPr>
            <a:r>
              <a:rPr lang="en" dirty="0">
                <a:solidFill>
                  <a:srgbClr val="EFEFEF"/>
                </a:solidFill>
              </a:rPr>
              <a:t>Internal implementation of written constitution?</a:t>
            </a:r>
          </a:p>
          <a:p>
            <a:pPr lvl="0" rtl="0">
              <a:spcBef>
                <a:spcPts val="0"/>
              </a:spcBef>
              <a:buNone/>
            </a:pPr>
            <a:endParaRPr dirty="0"/>
          </a:p>
          <a:p>
            <a:pPr lvl="0" rtl="0">
              <a:spcBef>
                <a:spcPts val="0"/>
              </a:spcBef>
              <a:buNone/>
            </a:pPr>
            <a:r>
              <a:rPr lang="en" dirty="0">
                <a:solidFill>
                  <a:srgbClr val="EFEFEF"/>
                </a:solidFill>
              </a:rPr>
              <a:t>Conformity to the prevailing transnational standards of constitutionalism?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Shape 174"/>
          <p:cNvPicPr preferRelativeResize="0"/>
          <p:nvPr/>
        </p:nvPicPr>
        <p:blipFill rotWithShape="1">
          <a:blip r:embed="rId3">
            <a:alphaModFix amt="50000"/>
          </a:blip>
          <a:srcRect t="5524" b="5515"/>
          <a:stretch/>
        </p:blipFill>
        <p:spPr>
          <a:xfrm>
            <a:off x="0" y="0"/>
            <a:ext cx="9144004" cy="5143497"/>
          </a:xfrm>
          <a:prstGeom prst="rect">
            <a:avLst/>
          </a:prstGeom>
          <a:noFill/>
          <a:ln>
            <a:noFill/>
          </a:ln>
        </p:spPr>
      </p:pic>
      <p:sp>
        <p:nvSpPr>
          <p:cNvPr id="175" name="Shape 175"/>
          <p:cNvSpPr txBox="1">
            <a:spLocks noGrp="1"/>
          </p:cNvSpPr>
          <p:nvPr>
            <p:ph type="ctrTitle"/>
          </p:nvPr>
        </p:nvSpPr>
        <p:spPr>
          <a:xfrm>
            <a:off x="1837575" y="1251525"/>
            <a:ext cx="5445900" cy="2640600"/>
          </a:xfrm>
          <a:prstGeom prst="rect">
            <a:avLst/>
          </a:prstGeom>
        </p:spPr>
        <p:txBody>
          <a:bodyPr lIns="91425" tIns="91425" rIns="91425" bIns="91425" anchor="ctr" anchorCtr="0">
            <a:noAutofit/>
          </a:bodyPr>
          <a:lstStyle/>
          <a:p>
            <a:pPr lvl="0">
              <a:spcBef>
                <a:spcPts val="0"/>
              </a:spcBef>
              <a:buNone/>
            </a:pPr>
            <a:r>
              <a:rPr lang="en" dirty="0">
                <a:latin typeface="Myriad Pro Cond" panose="020B0506030403020204" pitchFamily="34" charset="0"/>
              </a:rPr>
              <a:t>Historical Background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Shape 180" descr="https://upload.wikimedia.org/wikipedia/commons/e/e4/Kenpohapu-chikanobu.jpg"/>
          <p:cNvPicPr preferRelativeResize="0"/>
          <p:nvPr/>
        </p:nvPicPr>
        <p:blipFill rotWithShape="1">
          <a:blip r:embed="rId3">
            <a:alphaModFix/>
          </a:blip>
          <a:srcRect l="46876"/>
          <a:stretch/>
        </p:blipFill>
        <p:spPr>
          <a:xfrm>
            <a:off x="3679395" y="0"/>
            <a:ext cx="5464605" cy="5143500"/>
          </a:xfrm>
          <a:prstGeom prst="rect">
            <a:avLst/>
          </a:prstGeom>
          <a:noFill/>
          <a:ln>
            <a:noFill/>
          </a:ln>
        </p:spPr>
      </p:pic>
      <p:sp>
        <p:nvSpPr>
          <p:cNvPr id="181" name="Shape 181"/>
          <p:cNvSpPr txBox="1">
            <a:spLocks noGrp="1"/>
          </p:cNvSpPr>
          <p:nvPr>
            <p:ph type="title"/>
          </p:nvPr>
        </p:nvSpPr>
        <p:spPr>
          <a:xfrm>
            <a:off x="185350" y="378625"/>
            <a:ext cx="2683200" cy="1042500"/>
          </a:xfrm>
          <a:prstGeom prst="rect">
            <a:avLst/>
          </a:prstGeom>
        </p:spPr>
        <p:txBody>
          <a:bodyPr lIns="91425" tIns="91425" rIns="91425" bIns="91425" anchor="b" anchorCtr="0">
            <a:noAutofit/>
          </a:bodyPr>
          <a:lstStyle/>
          <a:p>
            <a:pPr lvl="0" rtl="0">
              <a:spcBef>
                <a:spcPts val="0"/>
              </a:spcBef>
              <a:buNone/>
            </a:pPr>
            <a:r>
              <a:rPr lang="en" dirty="0">
                <a:solidFill>
                  <a:srgbClr val="434343"/>
                </a:solidFill>
                <a:latin typeface="Myriad Pro Cond" panose="020B0506030403020204" pitchFamily="34" charset="0"/>
              </a:rPr>
              <a:t>“Meiji Constitution” 大日本帝国憲法</a:t>
            </a:r>
          </a:p>
        </p:txBody>
      </p:sp>
      <p:sp>
        <p:nvSpPr>
          <p:cNvPr id="182" name="Shape 182"/>
          <p:cNvSpPr txBox="1">
            <a:spLocks noGrp="1"/>
          </p:cNvSpPr>
          <p:nvPr>
            <p:ph type="body" idx="1"/>
          </p:nvPr>
        </p:nvSpPr>
        <p:spPr>
          <a:xfrm>
            <a:off x="185350" y="1798300"/>
            <a:ext cx="2683200" cy="2540100"/>
          </a:xfrm>
          <a:prstGeom prst="rect">
            <a:avLst/>
          </a:prstGeom>
        </p:spPr>
        <p:txBody>
          <a:bodyPr lIns="91425" tIns="91425" rIns="91425" bIns="91425" anchor="t" anchorCtr="0">
            <a:noAutofit/>
          </a:bodyPr>
          <a:lstStyle/>
          <a:p>
            <a:pPr lvl="0" rtl="0">
              <a:spcBef>
                <a:spcPts val="0"/>
              </a:spcBef>
              <a:buNone/>
            </a:pPr>
            <a:r>
              <a:rPr lang="en" dirty="0">
                <a:solidFill>
                  <a:srgbClr val="666666"/>
                </a:solidFill>
              </a:rPr>
              <a:t>Introduced in 1889</a:t>
            </a:r>
          </a:p>
          <a:p>
            <a:pPr lvl="0">
              <a:spcBef>
                <a:spcPts val="0"/>
              </a:spcBef>
              <a:buNone/>
            </a:pPr>
            <a:endParaRPr dirty="0">
              <a:solidFill>
                <a:srgbClr val="666666"/>
              </a:solidFill>
            </a:endParaRPr>
          </a:p>
          <a:p>
            <a:pPr lvl="0" rtl="0">
              <a:spcBef>
                <a:spcPts val="0"/>
              </a:spcBef>
              <a:buNone/>
            </a:pPr>
            <a:r>
              <a:rPr lang="en" dirty="0">
                <a:solidFill>
                  <a:srgbClr val="666666"/>
                </a:solidFill>
              </a:rPr>
              <a:t>“God-Emperor” sovereignty</a:t>
            </a:r>
          </a:p>
          <a:p>
            <a:pPr lvl="0" rtl="0">
              <a:spcBef>
                <a:spcPts val="0"/>
              </a:spcBef>
              <a:buNone/>
            </a:pPr>
            <a:endParaRPr dirty="0">
              <a:solidFill>
                <a:srgbClr val="666666"/>
              </a:solidFill>
            </a:endParaRPr>
          </a:p>
          <a:p>
            <a:pPr lvl="0" rtl="0">
              <a:spcBef>
                <a:spcPts val="0"/>
              </a:spcBef>
              <a:buNone/>
            </a:pPr>
            <a:r>
              <a:rPr lang="en" dirty="0">
                <a:solidFill>
                  <a:srgbClr val="666666"/>
                </a:solidFill>
              </a:rPr>
              <a:t>No judicial review</a:t>
            </a:r>
          </a:p>
          <a:p>
            <a:pPr lvl="0" rtl="0">
              <a:spcBef>
                <a:spcPts val="0"/>
              </a:spcBef>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Shape 187" descr="https://upload.wikimedia.org/wikipedia/commons/thumb/4/45/Meiji_Kenpo04.jpg/1280px-Meiji_Kenpo04.jpg"/>
          <p:cNvPicPr preferRelativeResize="0"/>
          <p:nvPr/>
        </p:nvPicPr>
        <p:blipFill rotWithShape="1">
          <a:blip r:embed="rId3">
            <a:alphaModFix amt="60000"/>
          </a:blip>
          <a:srcRect r="44211" b="6742"/>
          <a:stretch/>
        </p:blipFill>
        <p:spPr>
          <a:xfrm>
            <a:off x="0" y="0"/>
            <a:ext cx="3507149" cy="5143500"/>
          </a:xfrm>
          <a:prstGeom prst="rect">
            <a:avLst/>
          </a:prstGeom>
          <a:noFill/>
          <a:ln>
            <a:noFill/>
          </a:ln>
        </p:spPr>
      </p:pic>
      <p:sp>
        <p:nvSpPr>
          <p:cNvPr id="188" name="Shape 188"/>
          <p:cNvSpPr txBox="1">
            <a:spLocks noGrp="1"/>
          </p:cNvSpPr>
          <p:nvPr>
            <p:ph type="title"/>
          </p:nvPr>
        </p:nvSpPr>
        <p:spPr>
          <a:xfrm>
            <a:off x="311700" y="448125"/>
            <a:ext cx="2631900" cy="4176300"/>
          </a:xfrm>
          <a:prstGeom prst="rect">
            <a:avLst/>
          </a:prstGeom>
        </p:spPr>
        <p:txBody>
          <a:bodyPr lIns="91425" tIns="91425" rIns="91425" bIns="91425" anchor="t" anchorCtr="0">
            <a:noAutofit/>
          </a:bodyPr>
          <a:lstStyle/>
          <a:p>
            <a:pPr lvl="0">
              <a:spcBef>
                <a:spcPts val="0"/>
              </a:spcBef>
              <a:buNone/>
            </a:pPr>
            <a:r>
              <a:rPr lang="en" sz="2600" dirty="0">
                <a:solidFill>
                  <a:srgbClr val="F3F3F3"/>
                </a:solidFill>
                <a:latin typeface="Myriad Pro Cond" panose="020B0506030403020204" pitchFamily="34" charset="0"/>
              </a:rPr>
              <a:t>Meiji Constitution</a:t>
            </a:r>
          </a:p>
        </p:txBody>
      </p:sp>
      <p:sp>
        <p:nvSpPr>
          <p:cNvPr id="189" name="Shape 189"/>
          <p:cNvSpPr txBox="1">
            <a:spLocks noGrp="1"/>
          </p:cNvSpPr>
          <p:nvPr>
            <p:ph type="body" idx="1"/>
          </p:nvPr>
        </p:nvSpPr>
        <p:spPr>
          <a:xfrm>
            <a:off x="4011825" y="364950"/>
            <a:ext cx="4850400" cy="4377300"/>
          </a:xfrm>
          <a:prstGeom prst="rect">
            <a:avLst/>
          </a:prstGeom>
        </p:spPr>
        <p:txBody>
          <a:bodyPr lIns="91425" tIns="91425" rIns="91425" bIns="91425" anchor="ctr" anchorCtr="0">
            <a:noAutofit/>
          </a:bodyPr>
          <a:lstStyle/>
          <a:p>
            <a:pPr lvl="0" rtl="0">
              <a:spcBef>
                <a:spcPts val="0"/>
              </a:spcBef>
              <a:buNone/>
            </a:pPr>
            <a:r>
              <a:rPr lang="en" sz="1400">
                <a:solidFill>
                  <a:srgbClr val="F3F3F3"/>
                </a:solidFill>
              </a:rPr>
              <a:t>Chapter 1 vested both legislative and executive power to the emperor</a:t>
            </a:r>
          </a:p>
          <a:p>
            <a:pPr marL="457200" lvl="0" indent="0" rtl="0">
              <a:spcBef>
                <a:spcPts val="0"/>
              </a:spcBef>
              <a:buNone/>
            </a:pPr>
            <a:r>
              <a:rPr lang="en" sz="1200">
                <a:solidFill>
                  <a:srgbClr val="F3F3F3"/>
                </a:solidFill>
              </a:rPr>
              <a:t>天皇ハ國ノ元首ニシテ統治權ヲ總攬シ</a:t>
            </a:r>
          </a:p>
          <a:p>
            <a:pPr marL="457200" lvl="0" indent="0" rtl="0">
              <a:spcBef>
                <a:spcPts val="0"/>
              </a:spcBef>
              <a:buNone/>
            </a:pPr>
            <a:r>
              <a:rPr lang="en" sz="1200">
                <a:solidFill>
                  <a:srgbClr val="F3F3F3"/>
                </a:solidFill>
              </a:rPr>
              <a:t>天皇ハ帝國議會ノ協贊ヲ以テ立法權ヲ行フ</a:t>
            </a:r>
          </a:p>
          <a:p>
            <a:pPr lvl="0" rtl="0">
              <a:spcBef>
                <a:spcPts val="0"/>
              </a:spcBef>
              <a:buNone/>
            </a:pPr>
            <a:endParaRPr sz="1400">
              <a:solidFill>
                <a:srgbClr val="F3F3F3"/>
              </a:solidFill>
            </a:endParaRPr>
          </a:p>
          <a:p>
            <a:pPr lvl="0" rtl="0">
              <a:spcBef>
                <a:spcPts val="0"/>
              </a:spcBef>
              <a:buNone/>
            </a:pPr>
            <a:r>
              <a:rPr lang="en" sz="1400">
                <a:solidFill>
                  <a:srgbClr val="F3F3F3"/>
                </a:solidFill>
              </a:rPr>
              <a:t>Meiji government was marked by the absence of Western-style multi-party system</a:t>
            </a:r>
          </a:p>
          <a:p>
            <a:pPr lvl="0" rtl="0">
              <a:spcBef>
                <a:spcPts val="0"/>
              </a:spcBef>
              <a:buNone/>
            </a:pPr>
            <a:endParaRPr sz="1400">
              <a:solidFill>
                <a:srgbClr val="F3F3F3"/>
              </a:solidFill>
            </a:endParaRPr>
          </a:p>
          <a:p>
            <a:pPr lvl="0" rtl="0">
              <a:spcBef>
                <a:spcPts val="0"/>
              </a:spcBef>
              <a:buNone/>
            </a:pPr>
            <a:r>
              <a:rPr lang="en" sz="1400">
                <a:solidFill>
                  <a:srgbClr val="F3F3F3"/>
                </a:solidFill>
              </a:rPr>
              <a:t>Substantive political power was in the hands of oligarchs from former feudal clans (藩閥)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Shape 194" descr="https://upload.wikimedia.org/wikipedia/commons/thumb/5/58/YukioOzaki_TaroKatsura.jpg/800px-YukioOzaki_TaroKatsura.jpg"/>
          <p:cNvPicPr preferRelativeResize="0"/>
          <p:nvPr/>
        </p:nvPicPr>
        <p:blipFill rotWithShape="1">
          <a:blip r:embed="rId3">
            <a:alphaModFix/>
          </a:blip>
          <a:srcRect t="3121" b="3131"/>
          <a:stretch/>
        </p:blipFill>
        <p:spPr>
          <a:xfrm>
            <a:off x="0" y="0"/>
            <a:ext cx="4572000" cy="5143500"/>
          </a:xfrm>
          <a:prstGeom prst="rect">
            <a:avLst/>
          </a:prstGeom>
          <a:noFill/>
          <a:ln>
            <a:noFill/>
          </a:ln>
        </p:spPr>
      </p:pic>
      <p:sp>
        <p:nvSpPr>
          <p:cNvPr id="195" name="Shape 195"/>
          <p:cNvSpPr txBox="1">
            <a:spLocks noGrp="1"/>
          </p:cNvSpPr>
          <p:nvPr>
            <p:ph type="title"/>
          </p:nvPr>
        </p:nvSpPr>
        <p:spPr>
          <a:xfrm>
            <a:off x="4852825" y="233150"/>
            <a:ext cx="4016400" cy="1181400"/>
          </a:xfrm>
          <a:prstGeom prst="rect">
            <a:avLst/>
          </a:prstGeom>
        </p:spPr>
        <p:txBody>
          <a:bodyPr lIns="91425" tIns="91425" rIns="91425" bIns="91425" anchor="b" anchorCtr="0">
            <a:noAutofit/>
          </a:bodyPr>
          <a:lstStyle/>
          <a:p>
            <a:pPr lvl="0">
              <a:spcBef>
                <a:spcPts val="0"/>
              </a:spcBef>
              <a:buNone/>
            </a:pPr>
            <a:r>
              <a:rPr lang="en" sz="2800" dirty="0">
                <a:latin typeface="Myriad Pro Cond" panose="020B0506030403020204" pitchFamily="34" charset="0"/>
              </a:rPr>
              <a:t>“Taisho Democracy” </a:t>
            </a:r>
            <a:r>
              <a:rPr lang="en" sz="2800" i="1" dirty="0" smtClean="0">
                <a:latin typeface="Myriad Pro Cond" panose="020B0506030403020204" pitchFamily="34" charset="0"/>
              </a:rPr>
              <a:t>1914-1926</a:t>
            </a:r>
            <a:endParaRPr lang="en" sz="2800" i="1" dirty="0">
              <a:latin typeface="Myriad Pro Cond" panose="020B0506030403020204" pitchFamily="34" charset="0"/>
            </a:endParaRPr>
          </a:p>
        </p:txBody>
      </p:sp>
      <p:sp>
        <p:nvSpPr>
          <p:cNvPr id="196" name="Shape 196"/>
          <p:cNvSpPr txBox="1">
            <a:spLocks noGrp="1"/>
          </p:cNvSpPr>
          <p:nvPr>
            <p:ph type="body" idx="1"/>
          </p:nvPr>
        </p:nvSpPr>
        <p:spPr>
          <a:xfrm>
            <a:off x="4852900" y="1672726"/>
            <a:ext cx="4016400" cy="2990400"/>
          </a:xfrm>
          <a:prstGeom prst="rect">
            <a:avLst/>
          </a:prstGeom>
        </p:spPr>
        <p:txBody>
          <a:bodyPr lIns="91425" tIns="91425" rIns="91425" bIns="91425" anchor="t" anchorCtr="0">
            <a:noAutofit/>
          </a:bodyPr>
          <a:lstStyle/>
          <a:p>
            <a:pPr lvl="0" rtl="0">
              <a:spcBef>
                <a:spcPts val="0"/>
              </a:spcBef>
              <a:buNone/>
            </a:pPr>
            <a:r>
              <a:rPr lang="en" dirty="0">
                <a:solidFill>
                  <a:srgbClr val="EFEFEF"/>
                </a:solidFill>
              </a:rPr>
              <a:t>Brief period of democratic advancement </a:t>
            </a:r>
          </a:p>
          <a:p>
            <a:pPr lvl="0" rtl="0">
              <a:spcBef>
                <a:spcPts val="0"/>
              </a:spcBef>
              <a:buNone/>
            </a:pPr>
            <a:endParaRPr dirty="0">
              <a:solidFill>
                <a:srgbClr val="EFEFEF"/>
              </a:solidFill>
            </a:endParaRPr>
          </a:p>
          <a:p>
            <a:pPr lvl="0" rtl="0">
              <a:spcBef>
                <a:spcPts val="0"/>
              </a:spcBef>
              <a:buNone/>
            </a:pPr>
            <a:r>
              <a:rPr lang="en" dirty="0">
                <a:solidFill>
                  <a:srgbClr val="EFEFEF"/>
                </a:solidFill>
              </a:rPr>
              <a:t>Multi-party parliamentary government began to take shape</a:t>
            </a:r>
          </a:p>
          <a:p>
            <a:pPr lvl="0" rtl="0">
              <a:spcBef>
                <a:spcPts val="0"/>
              </a:spcBef>
              <a:buNone/>
            </a:pPr>
            <a:endParaRPr dirty="0">
              <a:solidFill>
                <a:srgbClr val="EFEFEF"/>
              </a:solidFill>
            </a:endParaRPr>
          </a:p>
          <a:p>
            <a:pPr lvl="0" rtl="0">
              <a:spcBef>
                <a:spcPts val="0"/>
              </a:spcBef>
              <a:buNone/>
            </a:pPr>
            <a:r>
              <a:rPr lang="en" dirty="0">
                <a:solidFill>
                  <a:srgbClr val="EFEFEF"/>
                </a:solidFill>
              </a:rPr>
              <a:t>Quickly displaced by the rise of military hard-liners by the 1930s</a:t>
            </a:r>
          </a:p>
        </p:txBody>
      </p:sp>
      <p:sp>
        <p:nvSpPr>
          <p:cNvPr id="197" name="Shape 197"/>
          <p:cNvSpPr txBox="1"/>
          <p:nvPr/>
        </p:nvSpPr>
        <p:spPr>
          <a:xfrm>
            <a:off x="278950" y="4503975"/>
            <a:ext cx="2592000" cy="428700"/>
          </a:xfrm>
          <a:prstGeom prst="rect">
            <a:avLst/>
          </a:prstGeom>
          <a:noFill/>
          <a:ln>
            <a:noFill/>
          </a:ln>
        </p:spPr>
        <p:txBody>
          <a:bodyPr lIns="91425" tIns="91425" rIns="91425" bIns="91425" anchor="t" anchorCtr="0">
            <a:noAutofit/>
          </a:bodyPr>
          <a:lstStyle/>
          <a:p>
            <a:pPr lvl="0">
              <a:spcBef>
                <a:spcPts val="0"/>
              </a:spcBef>
              <a:buNone/>
            </a:pPr>
            <a:r>
              <a:rPr lang="en" sz="1200">
                <a:solidFill>
                  <a:srgbClr val="F3F3F3"/>
                </a:solidFill>
              </a:rPr>
              <a:t>大正政変: 1913年（大正2年）2月5日、尾崎行雄の桂内閣弾劾演説</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Shape 202" descr="https://upload.wikimedia.org/wikipedia/commons/8/82/Bundesarchiv_Bild_183-R67561%2C_Potsdamer_Konferenz%2C_Konferenztisch.jpg"/>
          <p:cNvPicPr preferRelativeResize="0"/>
          <p:nvPr/>
        </p:nvPicPr>
        <p:blipFill rotWithShape="1">
          <a:blip r:embed="rId3">
            <a:alphaModFix/>
          </a:blip>
          <a:srcRect t="7410" b="7410"/>
          <a:stretch/>
        </p:blipFill>
        <p:spPr>
          <a:xfrm>
            <a:off x="1" y="0"/>
            <a:ext cx="9144000" cy="5143498"/>
          </a:xfrm>
          <a:prstGeom prst="rect">
            <a:avLst/>
          </a:prstGeom>
          <a:noFill/>
          <a:ln>
            <a:noFill/>
          </a:ln>
        </p:spPr>
      </p:pic>
      <p:sp>
        <p:nvSpPr>
          <p:cNvPr id="203" name="Shape 203"/>
          <p:cNvSpPr/>
          <p:nvPr/>
        </p:nvSpPr>
        <p:spPr>
          <a:xfrm>
            <a:off x="0" y="2574400"/>
            <a:ext cx="4568400" cy="1714500"/>
          </a:xfrm>
          <a:prstGeom prst="rect">
            <a:avLst/>
          </a:prstGeom>
          <a:solidFill>
            <a:srgbClr val="FFFFFF">
              <a:alpha val="85490"/>
            </a:srgbClr>
          </a:solidFill>
          <a:ln>
            <a:noFill/>
          </a:ln>
        </p:spPr>
        <p:txBody>
          <a:bodyPr lIns="91425" tIns="91425" rIns="91425" bIns="91425" anchor="ctr" anchorCtr="0">
            <a:noAutofit/>
          </a:bodyPr>
          <a:lstStyle/>
          <a:p>
            <a:pPr lvl="0">
              <a:spcBef>
                <a:spcPts val="0"/>
              </a:spcBef>
              <a:buNone/>
            </a:pPr>
            <a:endParaRPr/>
          </a:p>
        </p:txBody>
      </p:sp>
      <p:sp>
        <p:nvSpPr>
          <p:cNvPr id="204" name="Shape 204"/>
          <p:cNvSpPr txBox="1">
            <a:spLocks noGrp="1"/>
          </p:cNvSpPr>
          <p:nvPr>
            <p:ph type="title"/>
          </p:nvPr>
        </p:nvSpPr>
        <p:spPr>
          <a:xfrm>
            <a:off x="351600" y="2736850"/>
            <a:ext cx="3997500" cy="1389600"/>
          </a:xfrm>
          <a:prstGeom prst="rect">
            <a:avLst/>
          </a:prstGeom>
        </p:spPr>
        <p:txBody>
          <a:bodyPr lIns="91425" tIns="91425" rIns="91425" bIns="91425" anchor="ctr" anchorCtr="0">
            <a:noAutofit/>
          </a:bodyPr>
          <a:lstStyle/>
          <a:p>
            <a:pPr marL="0" lvl="0" indent="0" rtl="0">
              <a:spcBef>
                <a:spcPts val="0"/>
              </a:spcBef>
              <a:buNone/>
            </a:pPr>
            <a:r>
              <a:rPr lang="en" dirty="0">
                <a:latin typeface="Myriad Pro Cond" panose="020B0506030403020204" pitchFamily="34" charset="0"/>
              </a:rPr>
              <a:t>Post-war Constitution  </a:t>
            </a:r>
          </a:p>
          <a:p>
            <a:pPr marL="0" lvl="0" indent="0" rtl="0">
              <a:spcBef>
                <a:spcPts val="0"/>
              </a:spcBef>
              <a:buNone/>
            </a:pPr>
            <a:r>
              <a:rPr lang="en" dirty="0">
                <a:latin typeface="Myriad Pro Cond" panose="020B0506030403020204" pitchFamily="34" charset="0"/>
              </a:rPr>
              <a:t>戦後憲法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Shape 209" descr="https://upload.wikimedia.org/wikipedia/commons/d/d4/Macarthur_hirohito.jpg"/>
          <p:cNvPicPr preferRelativeResize="0"/>
          <p:nvPr/>
        </p:nvPicPr>
        <p:blipFill rotWithShape="1">
          <a:blip r:embed="rId3">
            <a:alphaModFix amt="90000"/>
          </a:blip>
          <a:srcRect t="9230" b="9230"/>
          <a:stretch/>
        </p:blipFill>
        <p:spPr>
          <a:xfrm>
            <a:off x="5520949" y="1070674"/>
            <a:ext cx="2967600" cy="2983200"/>
          </a:xfrm>
          <a:prstGeom prst="ellipse">
            <a:avLst/>
          </a:prstGeom>
          <a:noFill/>
          <a:ln>
            <a:noFill/>
          </a:ln>
        </p:spPr>
      </p:pic>
      <p:sp>
        <p:nvSpPr>
          <p:cNvPr id="210" name="Shape 210"/>
          <p:cNvSpPr txBox="1">
            <a:spLocks noGrp="1"/>
          </p:cNvSpPr>
          <p:nvPr>
            <p:ph type="title"/>
          </p:nvPr>
        </p:nvSpPr>
        <p:spPr>
          <a:xfrm>
            <a:off x="339575" y="851900"/>
            <a:ext cx="4756200" cy="3420600"/>
          </a:xfrm>
          <a:prstGeom prst="rect">
            <a:avLst/>
          </a:prstGeom>
        </p:spPr>
        <p:txBody>
          <a:bodyPr lIns="91425" tIns="91425" rIns="91425" bIns="91425" anchor="ctr" anchorCtr="0">
            <a:noAutofit/>
          </a:bodyPr>
          <a:lstStyle/>
          <a:p>
            <a:pPr lvl="0" algn="ctr" rtl="0">
              <a:spcBef>
                <a:spcPts val="0"/>
              </a:spcBef>
              <a:spcAft>
                <a:spcPts val="1000"/>
              </a:spcAft>
              <a:buNone/>
            </a:pPr>
            <a:r>
              <a:rPr lang="en" sz="1400" dirty="0">
                <a:latin typeface="Average"/>
                <a:ea typeface="Average"/>
                <a:cs typeface="Average"/>
                <a:sym typeface="Average"/>
              </a:rPr>
              <a:t> “So long as the constitution fixed sovereignty in the Emperor, it was impossible for any party to come forward with the doctrine that sovereignty resided in the people...”</a:t>
            </a:r>
          </a:p>
          <a:p>
            <a:pPr lvl="0" algn="r" rtl="0">
              <a:spcBef>
                <a:spcPts val="0"/>
              </a:spcBef>
              <a:buNone/>
            </a:pPr>
            <a:r>
              <a:rPr lang="en" sz="1400" b="0" dirty="0">
                <a:latin typeface="Average"/>
                <a:ea typeface="Average"/>
                <a:cs typeface="Average"/>
                <a:sym typeface="Average"/>
              </a:rPr>
              <a:t>– Joseph Grew, USUnder Secretary of State, Dec. 29 1943</a:t>
            </a:r>
          </a:p>
          <a:p>
            <a:pPr lvl="0" algn="r" rtl="0">
              <a:spcBef>
                <a:spcPts val="0"/>
              </a:spcBef>
              <a:buNone/>
            </a:pPr>
            <a:endParaRPr sz="1400" b="0" dirty="0"/>
          </a:p>
          <a:p>
            <a:pPr lvl="0" algn="r" rtl="0">
              <a:spcBef>
                <a:spcPts val="0"/>
              </a:spcBef>
              <a:buNone/>
            </a:pPr>
            <a:endParaRPr sz="1400" b="0" dirty="0"/>
          </a:p>
          <a:p>
            <a:pPr lvl="0" algn="r" rtl="0">
              <a:spcBef>
                <a:spcPts val="0"/>
              </a:spcBef>
              <a:buNone/>
            </a:pPr>
            <a:endParaRPr sz="1400" b="0" dirty="0"/>
          </a:p>
          <a:p>
            <a:pPr lvl="0" algn="ctr" rtl="0">
              <a:spcBef>
                <a:spcPts val="0"/>
              </a:spcBef>
              <a:spcAft>
                <a:spcPts val="1000"/>
              </a:spcAft>
              <a:buNone/>
            </a:pPr>
            <a:r>
              <a:rPr lang="en" sz="1400" dirty="0">
                <a:latin typeface="Average"/>
                <a:ea typeface="Average"/>
                <a:cs typeface="Average"/>
                <a:sym typeface="Average"/>
              </a:rPr>
              <a:t>“The Japanese Government shall remove all obstacles to the revival and strengthening of democratic tendencies among the Japanese people. Freedom of speech, of religion, and of thought, as well as respect for the fundamental human rights shall be established.”</a:t>
            </a:r>
          </a:p>
          <a:p>
            <a:pPr lvl="0" algn="r" rtl="0">
              <a:spcBef>
                <a:spcPts val="0"/>
              </a:spcBef>
              <a:buNone/>
            </a:pPr>
            <a:r>
              <a:rPr lang="en" sz="1400" b="0" dirty="0">
                <a:latin typeface="Average"/>
                <a:ea typeface="Average"/>
                <a:cs typeface="Average"/>
                <a:sym typeface="Average"/>
              </a:rPr>
              <a:t>– Potsdam Declaration, 1945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Shape 215" descr="https://upload.wikimedia.org/wikipedia/commons/thumb/7/74/Rowell_memo_1946.jpg/800px-Rowell_memo_1946.jpg"/>
          <p:cNvPicPr preferRelativeResize="0"/>
          <p:nvPr/>
        </p:nvPicPr>
        <p:blipFill rotWithShape="1">
          <a:blip r:embed="rId3">
            <a:alphaModFix/>
          </a:blip>
          <a:srcRect t="5697" b="5697"/>
          <a:stretch/>
        </p:blipFill>
        <p:spPr>
          <a:xfrm>
            <a:off x="5442850" y="308100"/>
            <a:ext cx="3402000" cy="4521699"/>
          </a:xfrm>
          <a:prstGeom prst="rect">
            <a:avLst/>
          </a:prstGeom>
          <a:noFill/>
          <a:ln>
            <a:noFill/>
          </a:ln>
        </p:spPr>
      </p:pic>
      <p:sp>
        <p:nvSpPr>
          <p:cNvPr id="216" name="Shape 216"/>
          <p:cNvSpPr txBox="1">
            <a:spLocks noGrp="1"/>
          </p:cNvSpPr>
          <p:nvPr>
            <p:ph type="title"/>
          </p:nvPr>
        </p:nvSpPr>
        <p:spPr>
          <a:xfrm>
            <a:off x="291875" y="406900"/>
            <a:ext cx="4813500" cy="1388700"/>
          </a:xfrm>
          <a:prstGeom prst="rect">
            <a:avLst/>
          </a:prstGeom>
        </p:spPr>
        <p:txBody>
          <a:bodyPr lIns="91425" tIns="91425" rIns="91425" bIns="91425" anchor="b" anchorCtr="0">
            <a:noAutofit/>
          </a:bodyPr>
          <a:lstStyle/>
          <a:p>
            <a:pPr lvl="0">
              <a:spcBef>
                <a:spcPts val="0"/>
              </a:spcBef>
              <a:buNone/>
            </a:pPr>
            <a:r>
              <a:rPr lang="en" dirty="0">
                <a:latin typeface="Myriad Pro Cond" panose="020B0506030403020204" pitchFamily="34" charset="0"/>
              </a:rPr>
              <a:t>Post-war Constitution</a:t>
            </a:r>
          </a:p>
        </p:txBody>
      </p:sp>
      <p:sp>
        <p:nvSpPr>
          <p:cNvPr id="217" name="Shape 217"/>
          <p:cNvSpPr txBox="1">
            <a:spLocks noGrp="1"/>
          </p:cNvSpPr>
          <p:nvPr>
            <p:ph type="body" idx="1"/>
          </p:nvPr>
        </p:nvSpPr>
        <p:spPr>
          <a:xfrm>
            <a:off x="291975" y="1854951"/>
            <a:ext cx="4813500" cy="2577000"/>
          </a:xfrm>
          <a:prstGeom prst="rect">
            <a:avLst/>
          </a:prstGeom>
        </p:spPr>
        <p:txBody>
          <a:bodyPr lIns="91425" tIns="91425" rIns="91425" bIns="91425" anchor="t" anchorCtr="0">
            <a:noAutofit/>
          </a:bodyPr>
          <a:lstStyle/>
          <a:p>
            <a:pPr lvl="0" rtl="0">
              <a:spcBef>
                <a:spcPts val="0"/>
              </a:spcBef>
              <a:buNone/>
            </a:pPr>
            <a:r>
              <a:rPr lang="en" dirty="0">
                <a:solidFill>
                  <a:srgbClr val="EFEFEF"/>
                </a:solidFill>
              </a:rPr>
              <a:t>Gen. Douglas Macarthur and his SCAP staff: headed by two private-practice U.S. lawyers: Milo Rowell and Courtney Whitney</a:t>
            </a:r>
          </a:p>
          <a:p>
            <a:pPr lvl="0" rtl="0">
              <a:spcBef>
                <a:spcPts val="0"/>
              </a:spcBef>
              <a:buNone/>
            </a:pPr>
            <a:endParaRPr dirty="0">
              <a:solidFill>
                <a:srgbClr val="EFEFEF"/>
              </a:solidFill>
            </a:endParaRPr>
          </a:p>
          <a:p>
            <a:pPr lvl="0" rtl="0">
              <a:spcBef>
                <a:spcPts val="0"/>
              </a:spcBef>
              <a:buNone/>
            </a:pPr>
            <a:r>
              <a:rPr lang="en" dirty="0">
                <a:solidFill>
                  <a:srgbClr val="EFEFEF"/>
                </a:solidFill>
              </a:rPr>
              <a:t>No amendment has been made to it since its adoption in 3 May 1947 </a:t>
            </a:r>
          </a:p>
          <a:p>
            <a:pPr lvl="0" rtl="0">
              <a:spcBef>
                <a:spcPts val="0"/>
              </a:spcBef>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Shape 222"/>
          <p:cNvPicPr preferRelativeResize="0"/>
          <p:nvPr/>
        </p:nvPicPr>
        <p:blipFill rotWithShape="1">
          <a:blip r:embed="rId3">
            <a:alphaModFix amt="50000"/>
          </a:blip>
          <a:srcRect t="1904" b="1904"/>
          <a:stretch/>
        </p:blipFill>
        <p:spPr>
          <a:xfrm>
            <a:off x="0" y="0"/>
            <a:ext cx="9144004" cy="5143496"/>
          </a:xfrm>
          <a:prstGeom prst="rect">
            <a:avLst/>
          </a:prstGeom>
          <a:noFill/>
          <a:ln>
            <a:noFill/>
          </a:ln>
        </p:spPr>
      </p:pic>
      <p:sp>
        <p:nvSpPr>
          <p:cNvPr id="223" name="Shape 223"/>
          <p:cNvSpPr txBox="1">
            <a:spLocks noGrp="1"/>
          </p:cNvSpPr>
          <p:nvPr>
            <p:ph type="ctrTitle"/>
          </p:nvPr>
        </p:nvSpPr>
        <p:spPr>
          <a:xfrm>
            <a:off x="1837575" y="1251525"/>
            <a:ext cx="5445900" cy="2640600"/>
          </a:xfrm>
          <a:prstGeom prst="rect">
            <a:avLst/>
          </a:prstGeom>
        </p:spPr>
        <p:txBody>
          <a:bodyPr lIns="91425" tIns="91425" rIns="91425" bIns="91425" anchor="ctr" anchorCtr="0">
            <a:noAutofit/>
          </a:bodyPr>
          <a:lstStyle/>
          <a:p>
            <a:pPr lvl="0">
              <a:spcBef>
                <a:spcPts val="0"/>
              </a:spcBef>
              <a:buNone/>
            </a:pPr>
            <a:r>
              <a:rPr lang="en" dirty="0">
                <a:latin typeface="Myriad Pro Cond" panose="020B0506030403020204" pitchFamily="34" charset="0"/>
              </a:rPr>
              <a:t>Three Stages of </a:t>
            </a:r>
            <a:r>
              <a:rPr lang="en" dirty="0" smtClean="0">
                <a:latin typeface="Myriad Pro Cond" panose="020B0506030403020204" pitchFamily="34" charset="0"/>
              </a:rPr>
              <a:t>Constitutionalization</a:t>
            </a:r>
            <a:endParaRPr lang="en" dirty="0">
              <a:latin typeface="Myriad Pro Cond" panose="020B05060304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Shape 228" descr="https://upload.wikimedia.org/wikipedia/commons/thumb/6/6a/Adachi_Gink%C5%8D_%281889%29_View_of_the_Issuance_of_the_State_Constitution_in_the_State_Chamber_of_the_New_Imperial_Palace.jpg/1920px-Adachi_Gink%C5%8D_%281889%29_View_of_the_Issuance_of_the_State_Constitution_in_the_State_Chamber_of_the_New_Imperial_Palace.jpg"/>
          <p:cNvPicPr preferRelativeResize="0"/>
          <p:nvPr/>
        </p:nvPicPr>
        <p:blipFill rotWithShape="1">
          <a:blip r:embed="rId3">
            <a:alphaModFix/>
          </a:blip>
          <a:srcRect l="3891" r="3882"/>
          <a:stretch/>
        </p:blipFill>
        <p:spPr>
          <a:xfrm>
            <a:off x="0" y="0"/>
            <a:ext cx="9144004" cy="5143497"/>
          </a:xfrm>
          <a:prstGeom prst="rect">
            <a:avLst/>
          </a:prstGeom>
          <a:noFill/>
          <a:ln>
            <a:noFill/>
          </a:ln>
        </p:spPr>
      </p:pic>
      <p:sp>
        <p:nvSpPr>
          <p:cNvPr id="229" name="Shape 229"/>
          <p:cNvSpPr/>
          <p:nvPr/>
        </p:nvSpPr>
        <p:spPr>
          <a:xfrm>
            <a:off x="0" y="0"/>
            <a:ext cx="2811300" cy="5143500"/>
          </a:xfrm>
          <a:prstGeom prst="rect">
            <a:avLst/>
          </a:prstGeom>
          <a:solidFill>
            <a:srgbClr val="FFFFFF">
              <a:alpha val="86920"/>
            </a:srgbClr>
          </a:solidFill>
          <a:ln>
            <a:noFill/>
          </a:ln>
        </p:spPr>
        <p:txBody>
          <a:bodyPr lIns="91425" tIns="91425" rIns="91425" bIns="91425" anchor="ctr" anchorCtr="0">
            <a:noAutofit/>
          </a:bodyPr>
          <a:lstStyle/>
          <a:p>
            <a:pPr lvl="0">
              <a:spcBef>
                <a:spcPts val="0"/>
              </a:spcBef>
              <a:buNone/>
            </a:pPr>
            <a:endParaRPr/>
          </a:p>
        </p:txBody>
      </p:sp>
      <p:sp>
        <p:nvSpPr>
          <p:cNvPr id="230" name="Shape 230"/>
          <p:cNvSpPr txBox="1">
            <a:spLocks noGrp="1"/>
          </p:cNvSpPr>
          <p:nvPr>
            <p:ph type="title"/>
          </p:nvPr>
        </p:nvSpPr>
        <p:spPr>
          <a:xfrm>
            <a:off x="232878" y="219975"/>
            <a:ext cx="2336400" cy="915000"/>
          </a:xfrm>
          <a:prstGeom prst="rect">
            <a:avLst/>
          </a:prstGeom>
        </p:spPr>
        <p:txBody>
          <a:bodyPr lIns="91425" tIns="91425" rIns="91425" bIns="91425" anchor="b" anchorCtr="0">
            <a:noAutofit/>
          </a:bodyPr>
          <a:lstStyle/>
          <a:p>
            <a:pPr lvl="0">
              <a:spcBef>
                <a:spcPts val="0"/>
              </a:spcBef>
              <a:buNone/>
            </a:pPr>
            <a:r>
              <a:rPr lang="en" sz="3200" i="1" dirty="0">
                <a:latin typeface="Myriad Pro Cond" panose="020B0506030403020204" pitchFamily="34" charset="0"/>
              </a:rPr>
              <a:t>Incarnation </a:t>
            </a:r>
            <a:endParaRPr lang="en" sz="2500" i="1" dirty="0">
              <a:latin typeface="Myriad Pro Cond" panose="020B0506030403020204" pitchFamily="34" charset="0"/>
            </a:endParaRPr>
          </a:p>
        </p:txBody>
      </p:sp>
      <p:sp>
        <p:nvSpPr>
          <p:cNvPr id="231" name="Shape 231"/>
          <p:cNvSpPr txBox="1">
            <a:spLocks noGrp="1"/>
          </p:cNvSpPr>
          <p:nvPr>
            <p:ph type="body" idx="1"/>
          </p:nvPr>
        </p:nvSpPr>
        <p:spPr>
          <a:xfrm>
            <a:off x="232875" y="1290250"/>
            <a:ext cx="2336400" cy="3522900"/>
          </a:xfrm>
          <a:prstGeom prst="rect">
            <a:avLst/>
          </a:prstGeom>
        </p:spPr>
        <p:txBody>
          <a:bodyPr lIns="91425" tIns="91425" rIns="91425" bIns="91425" anchor="t" anchorCtr="0">
            <a:noAutofit/>
          </a:bodyPr>
          <a:lstStyle/>
          <a:p>
            <a:pPr lvl="0" rtl="0">
              <a:spcBef>
                <a:spcPts val="0"/>
              </a:spcBef>
              <a:buNone/>
            </a:pPr>
            <a:r>
              <a:rPr lang="en"/>
              <a:t>Formal introduction and adoption of a constitution</a:t>
            </a:r>
          </a:p>
          <a:p>
            <a:pPr lvl="0" rtl="0">
              <a:spcBef>
                <a:spcPts val="0"/>
              </a:spcBef>
              <a:buNone/>
            </a:pPr>
            <a:r>
              <a:rPr lang="en" i="1"/>
              <a:t>De Jure</a:t>
            </a:r>
            <a:r>
              <a:rPr lang="en"/>
              <a:t> “birth” to an autonomous and self-referencing political body</a:t>
            </a:r>
          </a:p>
          <a:p>
            <a:pPr lvl="0" rtl="0">
              <a:spcBef>
                <a:spcPts val="0"/>
              </a:spcBef>
              <a:buNone/>
            </a:pPr>
            <a:r>
              <a:rPr lang="en"/>
              <a:t>Marked by the enactment of the Japanese Meiji Constitution on November 29, 1890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Shape 236" descr="https://upload.wikimedia.org/wikipedia/ja/d/db/%E5%9B%BD%E4%BC%9A%E8%AD%B0%E4%BA%8B%E5%A0%82_%E8%A1%86%E8%AD%B0%E9%99%A2%E8%AD%B0%E5%A0%B4-1.jpg"/>
          <p:cNvPicPr preferRelativeResize="0"/>
          <p:nvPr/>
        </p:nvPicPr>
        <p:blipFill rotWithShape="1">
          <a:blip r:embed="rId3">
            <a:alphaModFix/>
          </a:blip>
          <a:srcRect t="12502" b="12495"/>
          <a:stretch/>
        </p:blipFill>
        <p:spPr>
          <a:xfrm>
            <a:off x="0" y="0"/>
            <a:ext cx="9144003" cy="5143497"/>
          </a:xfrm>
          <a:prstGeom prst="rect">
            <a:avLst/>
          </a:prstGeom>
          <a:noFill/>
          <a:ln>
            <a:noFill/>
          </a:ln>
        </p:spPr>
      </p:pic>
      <p:sp>
        <p:nvSpPr>
          <p:cNvPr id="237" name="Shape 237"/>
          <p:cNvSpPr/>
          <p:nvPr/>
        </p:nvSpPr>
        <p:spPr>
          <a:xfrm>
            <a:off x="0" y="0"/>
            <a:ext cx="2811300" cy="5143500"/>
          </a:xfrm>
          <a:prstGeom prst="rect">
            <a:avLst/>
          </a:prstGeom>
          <a:solidFill>
            <a:srgbClr val="FFFFFF">
              <a:alpha val="86920"/>
            </a:srgbClr>
          </a:solidFill>
          <a:ln>
            <a:noFill/>
          </a:ln>
        </p:spPr>
        <p:txBody>
          <a:bodyPr lIns="91425" tIns="91425" rIns="91425" bIns="91425" anchor="ctr" anchorCtr="0">
            <a:noAutofit/>
          </a:bodyPr>
          <a:lstStyle/>
          <a:p>
            <a:pPr lvl="0">
              <a:spcBef>
                <a:spcPts val="0"/>
              </a:spcBef>
              <a:buNone/>
            </a:pPr>
            <a:endParaRPr/>
          </a:p>
        </p:txBody>
      </p:sp>
      <p:sp>
        <p:nvSpPr>
          <p:cNvPr id="238" name="Shape 238"/>
          <p:cNvSpPr txBox="1">
            <a:spLocks noGrp="1"/>
          </p:cNvSpPr>
          <p:nvPr>
            <p:ph type="title"/>
          </p:nvPr>
        </p:nvSpPr>
        <p:spPr>
          <a:xfrm>
            <a:off x="232878" y="219975"/>
            <a:ext cx="2336400" cy="915000"/>
          </a:xfrm>
          <a:prstGeom prst="rect">
            <a:avLst/>
          </a:prstGeom>
        </p:spPr>
        <p:txBody>
          <a:bodyPr lIns="91425" tIns="91425" rIns="91425" bIns="91425" anchor="b" anchorCtr="0">
            <a:noAutofit/>
          </a:bodyPr>
          <a:lstStyle/>
          <a:p>
            <a:pPr lvl="0">
              <a:spcBef>
                <a:spcPts val="0"/>
              </a:spcBef>
              <a:buNone/>
            </a:pPr>
            <a:r>
              <a:rPr lang="en" sz="3200" i="1" dirty="0">
                <a:latin typeface="Myriad Pro Cond" panose="020B0506030403020204" pitchFamily="34" charset="0"/>
              </a:rPr>
              <a:t>Ensoulment</a:t>
            </a:r>
            <a:endParaRPr lang="en" sz="2500" i="1" dirty="0">
              <a:latin typeface="Myriad Pro Cond" panose="020B0506030403020204" pitchFamily="34" charset="0"/>
            </a:endParaRPr>
          </a:p>
        </p:txBody>
      </p:sp>
      <p:sp>
        <p:nvSpPr>
          <p:cNvPr id="239" name="Shape 239"/>
          <p:cNvSpPr txBox="1">
            <a:spLocks noGrp="1"/>
          </p:cNvSpPr>
          <p:nvPr>
            <p:ph type="body" idx="1"/>
          </p:nvPr>
        </p:nvSpPr>
        <p:spPr>
          <a:xfrm>
            <a:off x="232875" y="1290250"/>
            <a:ext cx="2336400" cy="3522900"/>
          </a:xfrm>
          <a:prstGeom prst="rect">
            <a:avLst/>
          </a:prstGeom>
        </p:spPr>
        <p:txBody>
          <a:bodyPr lIns="91425" tIns="91425" rIns="91425" bIns="91425" anchor="t" anchorCtr="0">
            <a:noAutofit/>
          </a:bodyPr>
          <a:lstStyle/>
          <a:p>
            <a:pPr lvl="0" rtl="0">
              <a:spcBef>
                <a:spcPts val="0"/>
              </a:spcBef>
              <a:buNone/>
            </a:pPr>
            <a:r>
              <a:rPr lang="en"/>
              <a:t>Democratization of the constitutional normative structure </a:t>
            </a:r>
          </a:p>
          <a:p>
            <a:pPr lvl="0" rtl="0">
              <a:spcBef>
                <a:spcPts val="0"/>
              </a:spcBef>
              <a:buNone/>
            </a:pPr>
            <a:endParaRPr/>
          </a:p>
          <a:p>
            <a:pPr lvl="0" rtl="0">
              <a:spcBef>
                <a:spcPts val="0"/>
              </a:spcBef>
              <a:buNone/>
            </a:pPr>
            <a:r>
              <a:rPr lang="en"/>
              <a:t>Towards transnationally accepted norms of democratic governance</a:t>
            </a:r>
          </a:p>
          <a:p>
            <a:pPr lvl="0" rtl="0">
              <a:spcBef>
                <a:spcPts val="0"/>
              </a:spcBef>
              <a:buNone/>
            </a:pPr>
            <a:endParaRPr/>
          </a:p>
          <a:p>
            <a:pPr lvl="0" rtl="0">
              <a:spcBef>
                <a:spcPts val="0"/>
              </a:spcBef>
              <a:buNone/>
            </a:pPr>
            <a:r>
              <a:rPr lang="en"/>
              <a:t>Marked by the introduction of Post-war Constitution on 6 March 1946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Shape 244" descr="https://upload.wikimedia.org/wikipedia/commons/thumb/3/3d/Rembrandt_-_Moses_with_the_Ten_Commandments_-_Google_Art_Project.jpg/800px-Rembrandt_-_Moses_with_the_Ten_Commandments_-_Google_Art_Project.jpg"/>
          <p:cNvPicPr preferRelativeResize="0"/>
          <p:nvPr/>
        </p:nvPicPr>
        <p:blipFill rotWithShape="1">
          <a:blip r:embed="rId3">
            <a:alphaModFix/>
          </a:blip>
          <a:srcRect t="27445" b="27450"/>
          <a:stretch/>
        </p:blipFill>
        <p:spPr>
          <a:xfrm>
            <a:off x="0" y="0"/>
            <a:ext cx="9144004" cy="5143497"/>
          </a:xfrm>
          <a:prstGeom prst="rect">
            <a:avLst/>
          </a:prstGeom>
          <a:noFill/>
          <a:ln>
            <a:noFill/>
          </a:ln>
        </p:spPr>
      </p:pic>
      <p:sp>
        <p:nvSpPr>
          <p:cNvPr id="245" name="Shape 245"/>
          <p:cNvSpPr/>
          <p:nvPr/>
        </p:nvSpPr>
        <p:spPr>
          <a:xfrm>
            <a:off x="0" y="0"/>
            <a:ext cx="2811300" cy="5143500"/>
          </a:xfrm>
          <a:prstGeom prst="rect">
            <a:avLst/>
          </a:prstGeom>
          <a:solidFill>
            <a:srgbClr val="FFFFFF">
              <a:alpha val="86920"/>
            </a:srgbClr>
          </a:solidFill>
          <a:ln>
            <a:noFill/>
          </a:ln>
        </p:spPr>
        <p:txBody>
          <a:bodyPr lIns="91425" tIns="91425" rIns="91425" bIns="91425" anchor="ctr" anchorCtr="0">
            <a:noAutofit/>
          </a:bodyPr>
          <a:lstStyle/>
          <a:p>
            <a:pPr lvl="0">
              <a:spcBef>
                <a:spcPts val="0"/>
              </a:spcBef>
              <a:buNone/>
            </a:pPr>
            <a:endParaRPr/>
          </a:p>
        </p:txBody>
      </p:sp>
      <p:sp>
        <p:nvSpPr>
          <p:cNvPr id="246" name="Shape 246"/>
          <p:cNvSpPr txBox="1">
            <a:spLocks noGrp="1"/>
          </p:cNvSpPr>
          <p:nvPr>
            <p:ph type="title"/>
          </p:nvPr>
        </p:nvSpPr>
        <p:spPr>
          <a:xfrm>
            <a:off x="232878" y="219975"/>
            <a:ext cx="2336400" cy="915000"/>
          </a:xfrm>
          <a:prstGeom prst="rect">
            <a:avLst/>
          </a:prstGeom>
        </p:spPr>
        <p:txBody>
          <a:bodyPr lIns="91425" tIns="91425" rIns="91425" bIns="91425" anchor="b" anchorCtr="0">
            <a:noAutofit/>
          </a:bodyPr>
          <a:lstStyle/>
          <a:p>
            <a:pPr lvl="0">
              <a:spcBef>
                <a:spcPts val="0"/>
              </a:spcBef>
              <a:buNone/>
            </a:pPr>
            <a:r>
              <a:rPr lang="en" sz="3200" i="1" dirty="0">
                <a:latin typeface="Myriad Pro Cond" panose="020B0506030403020204" pitchFamily="34" charset="0"/>
              </a:rPr>
              <a:t>Ecclesia </a:t>
            </a:r>
          </a:p>
        </p:txBody>
      </p:sp>
      <p:sp>
        <p:nvSpPr>
          <p:cNvPr id="247" name="Shape 247"/>
          <p:cNvSpPr txBox="1">
            <a:spLocks noGrp="1"/>
          </p:cNvSpPr>
          <p:nvPr>
            <p:ph type="body" idx="1"/>
          </p:nvPr>
        </p:nvSpPr>
        <p:spPr>
          <a:xfrm>
            <a:off x="232875" y="1290250"/>
            <a:ext cx="2336400" cy="3522900"/>
          </a:xfrm>
          <a:prstGeom prst="rect">
            <a:avLst/>
          </a:prstGeom>
        </p:spPr>
        <p:txBody>
          <a:bodyPr lIns="91425" tIns="91425" rIns="91425" bIns="91425" anchor="t" anchorCtr="0">
            <a:noAutofit/>
          </a:bodyPr>
          <a:lstStyle/>
          <a:p>
            <a:pPr lvl="0" rtl="0">
              <a:spcBef>
                <a:spcPts val="0"/>
              </a:spcBef>
              <a:buNone/>
            </a:pPr>
            <a:r>
              <a:rPr lang="en"/>
              <a:t>Ecclesia (ἐκκλησία) - Organized faith community</a:t>
            </a:r>
          </a:p>
          <a:p>
            <a:pPr lvl="0" rtl="0">
              <a:spcBef>
                <a:spcPts val="0"/>
              </a:spcBef>
              <a:buNone/>
            </a:pPr>
            <a:endParaRPr/>
          </a:p>
          <a:p>
            <a:pPr lvl="0" rtl="0">
              <a:spcBef>
                <a:spcPts val="0"/>
              </a:spcBef>
              <a:buNone/>
            </a:pPr>
            <a:r>
              <a:rPr lang="en"/>
              <a:t>Full-fledged constitutional society</a:t>
            </a:r>
          </a:p>
          <a:p>
            <a:pPr lvl="0" rtl="0">
              <a:spcBef>
                <a:spcPts val="0"/>
              </a:spcBef>
              <a:buNone/>
            </a:pPr>
            <a:endParaRPr/>
          </a:p>
          <a:p>
            <a:pPr lvl="0" rtl="0">
              <a:spcBef>
                <a:spcPts val="0"/>
              </a:spcBef>
              <a:buNone/>
            </a:pPr>
            <a:r>
              <a:rPr lang="en"/>
              <a:t>Interdependent presence of constitutional doctrines and practicing believers of constitutionalism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Shape 252" descr="https://upload.wikimedia.org/wikipedia/commons/thumb/2/2c/Saikosaibansho.jpg/1280px-Saikosaibansho.jpg"/>
          <p:cNvPicPr preferRelativeResize="0"/>
          <p:nvPr/>
        </p:nvPicPr>
        <p:blipFill rotWithShape="1">
          <a:blip r:embed="rId3">
            <a:alphaModFix/>
          </a:blip>
          <a:srcRect t="12502" b="12495"/>
          <a:stretch/>
        </p:blipFill>
        <p:spPr>
          <a:xfrm>
            <a:off x="1" y="0"/>
            <a:ext cx="9144000" cy="5143500"/>
          </a:xfrm>
          <a:prstGeom prst="rect">
            <a:avLst/>
          </a:prstGeom>
          <a:noFill/>
          <a:ln>
            <a:noFill/>
          </a:ln>
        </p:spPr>
      </p:pic>
      <p:sp>
        <p:nvSpPr>
          <p:cNvPr id="253" name="Shape 253"/>
          <p:cNvSpPr/>
          <p:nvPr/>
        </p:nvSpPr>
        <p:spPr>
          <a:xfrm>
            <a:off x="0" y="2574400"/>
            <a:ext cx="4568400" cy="1714500"/>
          </a:xfrm>
          <a:prstGeom prst="rect">
            <a:avLst/>
          </a:prstGeom>
          <a:solidFill>
            <a:srgbClr val="FFFFFF">
              <a:alpha val="85490"/>
            </a:srgbClr>
          </a:solidFill>
          <a:ln>
            <a:noFill/>
          </a:ln>
        </p:spPr>
        <p:txBody>
          <a:bodyPr lIns="91425" tIns="91425" rIns="91425" bIns="91425" anchor="ctr" anchorCtr="0">
            <a:noAutofit/>
          </a:bodyPr>
          <a:lstStyle/>
          <a:p>
            <a:pPr lvl="0">
              <a:spcBef>
                <a:spcPts val="0"/>
              </a:spcBef>
              <a:buNone/>
            </a:pPr>
            <a:endParaRPr/>
          </a:p>
        </p:txBody>
      </p:sp>
      <p:sp>
        <p:nvSpPr>
          <p:cNvPr id="254" name="Shape 254"/>
          <p:cNvSpPr txBox="1">
            <a:spLocks noGrp="1"/>
          </p:cNvSpPr>
          <p:nvPr>
            <p:ph type="title"/>
          </p:nvPr>
        </p:nvSpPr>
        <p:spPr>
          <a:xfrm>
            <a:off x="351600" y="2736850"/>
            <a:ext cx="3997500" cy="1389600"/>
          </a:xfrm>
          <a:prstGeom prst="rect">
            <a:avLst/>
          </a:prstGeom>
        </p:spPr>
        <p:txBody>
          <a:bodyPr lIns="91425" tIns="91425" rIns="91425" bIns="91425" anchor="ctr" anchorCtr="0">
            <a:noAutofit/>
          </a:bodyPr>
          <a:lstStyle/>
          <a:p>
            <a:pPr lvl="0" rtl="0">
              <a:spcBef>
                <a:spcPts val="0"/>
              </a:spcBef>
              <a:buNone/>
            </a:pPr>
            <a:r>
              <a:rPr lang="en" sz="3600" dirty="0">
                <a:latin typeface="Myriad Pro Cond" panose="020B0506030403020204" pitchFamily="34" charset="0"/>
              </a:rPr>
              <a:t>The Problem of Judicial Passivity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Shape 259" descr="In Form.png"/>
          <p:cNvPicPr preferRelativeResize="0"/>
          <p:nvPr/>
        </p:nvPicPr>
        <p:blipFill rotWithShape="1">
          <a:blip r:embed="rId3">
            <a:alphaModFix/>
          </a:blip>
          <a:srcRect l="2107" r="2097"/>
          <a:stretch/>
        </p:blipFill>
        <p:spPr>
          <a:xfrm>
            <a:off x="3970124" y="1031262"/>
            <a:ext cx="4528450" cy="3145324"/>
          </a:xfrm>
          <a:prstGeom prst="rect">
            <a:avLst/>
          </a:prstGeom>
          <a:noFill/>
          <a:ln>
            <a:noFill/>
          </a:ln>
        </p:spPr>
      </p:pic>
      <p:sp>
        <p:nvSpPr>
          <p:cNvPr id="260" name="Shape 260"/>
          <p:cNvSpPr txBox="1">
            <a:spLocks noGrp="1"/>
          </p:cNvSpPr>
          <p:nvPr>
            <p:ph type="title"/>
          </p:nvPr>
        </p:nvSpPr>
        <p:spPr>
          <a:xfrm>
            <a:off x="511275" y="714476"/>
            <a:ext cx="2533800" cy="2228700"/>
          </a:xfrm>
          <a:prstGeom prst="rect">
            <a:avLst/>
          </a:prstGeom>
        </p:spPr>
        <p:txBody>
          <a:bodyPr lIns="91425" tIns="91425" rIns="91425" bIns="91425" anchor="t" anchorCtr="0">
            <a:noAutofit/>
          </a:bodyPr>
          <a:lstStyle/>
          <a:p>
            <a:pPr lvl="0" rtl="0">
              <a:spcBef>
                <a:spcPts val="0"/>
              </a:spcBef>
              <a:buNone/>
            </a:pPr>
            <a:r>
              <a:rPr lang="en" dirty="0">
                <a:latin typeface="Myriad Pro Cond" panose="020B0506030403020204" pitchFamily="34" charset="0"/>
              </a:rPr>
              <a:t>Judicial review according to the written Japanese Constitution: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Shape 265" descr="In Practice.png"/>
          <p:cNvPicPr preferRelativeResize="0"/>
          <p:nvPr/>
        </p:nvPicPr>
        <p:blipFill rotWithShape="1">
          <a:blip r:embed="rId3">
            <a:alphaModFix/>
          </a:blip>
          <a:srcRect t="2480" b="2480"/>
          <a:stretch/>
        </p:blipFill>
        <p:spPr>
          <a:xfrm>
            <a:off x="3970124" y="1031262"/>
            <a:ext cx="4528450" cy="3145325"/>
          </a:xfrm>
          <a:prstGeom prst="rect">
            <a:avLst/>
          </a:prstGeom>
          <a:noFill/>
          <a:ln>
            <a:noFill/>
          </a:ln>
        </p:spPr>
      </p:pic>
      <p:sp>
        <p:nvSpPr>
          <p:cNvPr id="266" name="Shape 266"/>
          <p:cNvSpPr txBox="1">
            <a:spLocks noGrp="1"/>
          </p:cNvSpPr>
          <p:nvPr>
            <p:ph type="title"/>
          </p:nvPr>
        </p:nvSpPr>
        <p:spPr>
          <a:xfrm>
            <a:off x="511275" y="714476"/>
            <a:ext cx="2533800" cy="2228700"/>
          </a:xfrm>
          <a:prstGeom prst="rect">
            <a:avLst/>
          </a:prstGeom>
        </p:spPr>
        <p:txBody>
          <a:bodyPr lIns="91425" tIns="91425" rIns="91425" bIns="91425" anchor="t" anchorCtr="0">
            <a:noAutofit/>
          </a:bodyPr>
          <a:lstStyle/>
          <a:p>
            <a:pPr lvl="0" rtl="0">
              <a:spcBef>
                <a:spcPts val="0"/>
              </a:spcBef>
              <a:buNone/>
            </a:pPr>
            <a:r>
              <a:rPr lang="en" dirty="0">
                <a:latin typeface="Myriad Pro Cond" panose="020B0506030403020204" pitchFamily="34" charset="0"/>
              </a:rPr>
              <a:t>Japanese judicial passivism in practice: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Shape 271" descr="https://upload.wikimedia.org/wikipedia/ja/c/ce/%E5%86%85%E9%96%A3%E5%8D%B0.png"/>
          <p:cNvPicPr preferRelativeResize="0"/>
          <p:nvPr/>
        </p:nvPicPr>
        <p:blipFill rotWithShape="1">
          <a:blip r:embed="rId3">
            <a:alphaModFix/>
          </a:blip>
          <a:srcRect t="13982" b="13982"/>
          <a:stretch/>
        </p:blipFill>
        <p:spPr>
          <a:xfrm>
            <a:off x="3970124" y="1031262"/>
            <a:ext cx="4528450" cy="3145324"/>
          </a:xfrm>
          <a:prstGeom prst="rect">
            <a:avLst/>
          </a:prstGeom>
          <a:noFill/>
          <a:ln>
            <a:noFill/>
          </a:ln>
        </p:spPr>
      </p:pic>
      <p:sp>
        <p:nvSpPr>
          <p:cNvPr id="272" name="Shape 272"/>
          <p:cNvSpPr txBox="1">
            <a:spLocks noGrp="1"/>
          </p:cNvSpPr>
          <p:nvPr>
            <p:ph type="title"/>
          </p:nvPr>
        </p:nvSpPr>
        <p:spPr>
          <a:xfrm>
            <a:off x="511275" y="714476"/>
            <a:ext cx="2533800" cy="2228700"/>
          </a:xfrm>
          <a:prstGeom prst="rect">
            <a:avLst/>
          </a:prstGeom>
        </p:spPr>
        <p:txBody>
          <a:bodyPr lIns="91425" tIns="91425" rIns="91425" bIns="91425" anchor="t" anchorCtr="0">
            <a:noAutofit/>
          </a:bodyPr>
          <a:lstStyle/>
          <a:p>
            <a:pPr lvl="0" rtl="0">
              <a:spcBef>
                <a:spcPts val="0"/>
              </a:spcBef>
              <a:buNone/>
            </a:pPr>
            <a:r>
              <a:rPr lang="en" b="1" dirty="0">
                <a:latin typeface="Myriad Pro Cond" panose="020B0506030403020204" pitchFamily="34" charset="0"/>
              </a:rPr>
              <a:t>Cabinet Legislation Bureau</a:t>
            </a:r>
          </a:p>
          <a:p>
            <a:pPr lvl="0" rtl="0">
              <a:spcBef>
                <a:spcPts val="0"/>
              </a:spcBef>
              <a:buNone/>
            </a:pPr>
            <a:endParaRPr b="1" dirty="0">
              <a:latin typeface="Myriad Pro Cond" panose="020B0506030403020204" pitchFamily="34" charset="0"/>
            </a:endParaRPr>
          </a:p>
          <a:p>
            <a:pPr lvl="0" rtl="0">
              <a:spcBef>
                <a:spcPts val="0"/>
              </a:spcBef>
              <a:buNone/>
            </a:pPr>
            <a:r>
              <a:rPr lang="en" dirty="0">
                <a:latin typeface="Myriad Pro Cond" panose="020B0506030403020204" pitchFamily="34" charset="0"/>
              </a:rPr>
              <a:t>内閣法制局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Shape 277" descr="https://upload.wikimedia.org/wikipedia/commons/thumb/b/b9/Pro-Article_9_demonstration_tabata_2012.jpg/1280px-Pro-Article_9_demonstration_tabata_2012.jpg"/>
          <p:cNvPicPr preferRelativeResize="0"/>
          <p:nvPr/>
        </p:nvPicPr>
        <p:blipFill rotWithShape="1">
          <a:blip r:embed="rId3">
            <a:alphaModFix amt="60000"/>
          </a:blip>
          <a:srcRect l="24706" r="24706"/>
          <a:stretch/>
        </p:blipFill>
        <p:spPr>
          <a:xfrm>
            <a:off x="0" y="0"/>
            <a:ext cx="3512599" cy="5143497"/>
          </a:xfrm>
          <a:prstGeom prst="rect">
            <a:avLst/>
          </a:prstGeom>
          <a:noFill/>
          <a:ln>
            <a:noFill/>
          </a:ln>
        </p:spPr>
      </p:pic>
      <p:sp>
        <p:nvSpPr>
          <p:cNvPr id="278" name="Shape 278"/>
          <p:cNvSpPr txBox="1">
            <a:spLocks noGrp="1"/>
          </p:cNvSpPr>
          <p:nvPr>
            <p:ph type="title"/>
          </p:nvPr>
        </p:nvSpPr>
        <p:spPr>
          <a:xfrm>
            <a:off x="311700" y="307825"/>
            <a:ext cx="2631900" cy="4316700"/>
          </a:xfrm>
          <a:prstGeom prst="rect">
            <a:avLst/>
          </a:prstGeom>
        </p:spPr>
        <p:txBody>
          <a:bodyPr lIns="91425" tIns="91425" rIns="91425" bIns="91425" anchor="t" anchorCtr="0">
            <a:noAutofit/>
          </a:bodyPr>
          <a:lstStyle/>
          <a:p>
            <a:pPr lvl="0">
              <a:spcBef>
                <a:spcPts val="0"/>
              </a:spcBef>
              <a:buNone/>
            </a:pPr>
            <a:r>
              <a:rPr lang="en" sz="3600" dirty="0">
                <a:solidFill>
                  <a:srgbClr val="FFFFFF"/>
                </a:solidFill>
                <a:latin typeface="Myriad Pro Cond" panose="020B0506030403020204" pitchFamily="34" charset="0"/>
              </a:rPr>
              <a:t>Conclusions</a:t>
            </a:r>
          </a:p>
        </p:txBody>
      </p:sp>
      <p:sp>
        <p:nvSpPr>
          <p:cNvPr id="279" name="Shape 279"/>
          <p:cNvSpPr txBox="1">
            <a:spLocks noGrp="1"/>
          </p:cNvSpPr>
          <p:nvPr>
            <p:ph type="body" idx="1"/>
          </p:nvPr>
        </p:nvSpPr>
        <p:spPr>
          <a:xfrm>
            <a:off x="4011825" y="364950"/>
            <a:ext cx="4850400" cy="4259700"/>
          </a:xfrm>
          <a:prstGeom prst="rect">
            <a:avLst/>
          </a:prstGeom>
        </p:spPr>
        <p:txBody>
          <a:bodyPr lIns="91425" tIns="91425" rIns="91425" bIns="91425" anchor="t" anchorCtr="0">
            <a:noAutofit/>
          </a:bodyPr>
          <a:lstStyle/>
          <a:p>
            <a:pPr lvl="0">
              <a:spcBef>
                <a:spcPts val="0"/>
              </a:spcBef>
              <a:buNone/>
            </a:pPr>
            <a:r>
              <a:rPr lang="en">
                <a:solidFill>
                  <a:srgbClr val="F3F3F3"/>
                </a:solidFill>
              </a:rPr>
              <a:t>Post-WWII Japan has been trapped in the </a:t>
            </a:r>
            <a:r>
              <a:rPr lang="en" i="1">
                <a:solidFill>
                  <a:srgbClr val="F3F3F3"/>
                </a:solidFill>
              </a:rPr>
              <a:t>ensoulment </a:t>
            </a:r>
            <a:r>
              <a:rPr lang="en">
                <a:solidFill>
                  <a:srgbClr val="F3F3F3"/>
                </a:solidFill>
              </a:rPr>
              <a:t>stage of constitutionalization. </a:t>
            </a:r>
          </a:p>
          <a:p>
            <a:pPr lvl="0" rtl="0">
              <a:spcBef>
                <a:spcPts val="0"/>
              </a:spcBef>
              <a:buNone/>
            </a:pPr>
            <a:endParaRPr>
              <a:solidFill>
                <a:srgbClr val="F3F3F3"/>
              </a:solidFill>
            </a:endParaRPr>
          </a:p>
          <a:p>
            <a:pPr lvl="0" rtl="0">
              <a:spcBef>
                <a:spcPts val="0"/>
              </a:spcBef>
              <a:buNone/>
            </a:pPr>
            <a:r>
              <a:rPr lang="en">
                <a:solidFill>
                  <a:srgbClr val="F3F3F3"/>
                </a:solidFill>
              </a:rPr>
              <a:t>While the language in the Japanese Constitution adheres to the transnational standard of constitutional democracy, its persistent lack of implementation implies that post-war Japan has yet to develop itself into a full-fledged constitutional society.</a:t>
            </a:r>
          </a:p>
          <a:p>
            <a:pPr lvl="0" rtl="0">
              <a:spcBef>
                <a:spcPts val="0"/>
              </a:spcBef>
              <a:buNone/>
            </a:pPr>
            <a:endParaRPr>
              <a:solidFill>
                <a:srgbClr val="F3F3F3"/>
              </a:solidFill>
            </a:endParaRPr>
          </a:p>
          <a:p>
            <a:pPr lvl="0">
              <a:spcBef>
                <a:spcPts val="0"/>
              </a:spcBef>
              <a:buNone/>
            </a:pPr>
            <a:endParaRPr>
              <a:solidFill>
                <a:srgbClr val="F3F3F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Shape 284"/>
          <p:cNvPicPr preferRelativeResize="0"/>
          <p:nvPr/>
        </p:nvPicPr>
        <p:blipFill rotWithShape="1">
          <a:blip r:embed="rId3">
            <a:alphaModFix/>
          </a:blip>
          <a:srcRect l="1286" r="1286"/>
          <a:stretch/>
        </p:blipFill>
        <p:spPr>
          <a:xfrm>
            <a:off x="2030850" y="0"/>
            <a:ext cx="5132999" cy="5143500"/>
          </a:xfrm>
          <a:prstGeom prst="rect">
            <a:avLst/>
          </a:prstGeom>
          <a:noFill/>
          <a:ln>
            <a:noFill/>
          </a:ln>
        </p:spPr>
      </p:pic>
      <p:sp>
        <p:nvSpPr>
          <p:cNvPr id="285" name="Shape 285"/>
          <p:cNvSpPr txBox="1">
            <a:spLocks noGrp="1"/>
          </p:cNvSpPr>
          <p:nvPr>
            <p:ph type="title"/>
          </p:nvPr>
        </p:nvSpPr>
        <p:spPr>
          <a:xfrm>
            <a:off x="671250" y="2141250"/>
            <a:ext cx="7852200" cy="861000"/>
          </a:xfrm>
          <a:prstGeom prst="rect">
            <a:avLst/>
          </a:prstGeom>
        </p:spPr>
        <p:txBody>
          <a:bodyPr lIns="91425" tIns="91425" rIns="91425" bIns="91425" anchor="ctr" anchorCtr="0">
            <a:noAutofit/>
          </a:bodyPr>
          <a:lstStyle/>
          <a:p>
            <a:pPr lvl="0">
              <a:spcBef>
                <a:spcPts val="0"/>
              </a:spcBef>
              <a:buNone/>
            </a:pPr>
            <a:r>
              <a:rPr lang="en" sz="4800" dirty="0">
                <a:latin typeface="Myriad Pro Cond" panose="020B0506030403020204" pitchFamily="34" charset="0"/>
              </a:rPr>
              <a:t>Thank Y</a:t>
            </a:r>
            <a:r>
              <a:rPr lang="en" sz="4800" dirty="0" smtClean="0">
                <a:latin typeface="Myriad Pro Cond" panose="020B0506030403020204" pitchFamily="34" charset="0"/>
              </a:rPr>
              <a:t>ou</a:t>
            </a:r>
            <a:r>
              <a:rPr lang="en" sz="4800" dirty="0">
                <a:latin typeface="Myriad Pro Cond" panose="020B0506030403020204" pitchFamily="34" charset="0"/>
              </a:rPr>
              <a:t>!</a:t>
            </a: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447</Words>
  <Application>Microsoft Office PowerPoint</Application>
  <PresentationFormat>On-screen Show (16:9)</PresentationFormat>
  <Paragraphs>75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Oswald</vt:lpstr>
      <vt:lpstr>Myriad Pro Cond</vt:lpstr>
      <vt:lpstr>Average</vt:lpstr>
      <vt:lpstr>Arial</vt:lpstr>
      <vt:lpstr>slate</vt:lpstr>
      <vt:lpstr>LEGITIMATION CRISIS  OF THE  JAPANESE CONSTITUTION</vt:lpstr>
      <vt:lpstr>Two Questions on Constitutional Legitimacy:</vt:lpstr>
      <vt:lpstr>Historical Background</vt:lpstr>
      <vt:lpstr>“Meiji Constitution” 大日本帝国憲法</vt:lpstr>
      <vt:lpstr>Meiji Constitution</vt:lpstr>
      <vt:lpstr>“Taisho Democracy” 1914-1926</vt:lpstr>
      <vt:lpstr>Post-war Constitution   戦後憲法</vt:lpstr>
      <vt:lpstr> “So long as the constitution fixed sovereignty in the Emperor, it was impossible for any party to come forward with the doctrine that sovereignty resided in the people...” – Joseph Grew, USUnder Secretary of State, Dec. 29 1943    “The Japanese Government shall remove all obstacles to the revival and strengthening of democratic tendencies among the Japanese people. Freedom of speech, of religion, and of thought, as well as respect for the fundamental human rights shall be established.” – Potsdam Declaration, 1945</vt:lpstr>
      <vt:lpstr>Post-war Constitution</vt:lpstr>
      <vt:lpstr>Three Stages of Constitutionalization</vt:lpstr>
      <vt:lpstr>Incarnation </vt:lpstr>
      <vt:lpstr>Ensoulment</vt:lpstr>
      <vt:lpstr>Ecclesia </vt:lpstr>
      <vt:lpstr>The Problem of Judicial Passivity </vt:lpstr>
      <vt:lpstr>Judicial review according to the written Japanese Constitution:</vt:lpstr>
      <vt:lpstr>Japanese judicial passivism in practice:</vt:lpstr>
      <vt:lpstr>Cabinet Legislation Bureau  内閣法制局</vt:lpstr>
      <vt:lpstr>Conclusions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LEGITIMATION CRISIS  OF THE  JAPANESE CONSTITUTION</dc:title>
  <dc:creator>Keren Wang</dc:creator>
  <cp:lastModifiedBy>Keren Wang</cp:lastModifiedBy>
  <cp:revision>1</cp:revision>
  <dcterms:modified xsi:type="dcterms:W3CDTF">2017-02-21T08:43:55Z</dcterms:modified>
</cp:coreProperties>
</file>